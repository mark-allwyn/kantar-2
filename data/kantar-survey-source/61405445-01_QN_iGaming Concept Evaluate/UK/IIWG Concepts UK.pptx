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1" r:id="rId4"/>
    <p:sldId id="272" r:id="rId5"/>
    <p:sldId id="273" r:id="rId6"/>
  </p:sldIdLst>
  <p:sldSz cx="6858000" cy="10799763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custSel modSld">
      <pc:chgData name="Peter Javornický" userId="3b98f8e0-d449-4f6e-b57d-5f9bfb7a5c2c" providerId="ADAL" clId="{88A10E76-C547-4713-B92A-3B48010D5CF0}" dt="2025-12-16T08:50:48.503" v="2" actId="478"/>
      <pc:docMkLst>
        <pc:docMk/>
      </pc:docMkLst>
      <pc:sldChg chg="delSp mod">
        <pc:chgData name="Peter Javornický" userId="3b98f8e0-d449-4f6e-b57d-5f9bfb7a5c2c" providerId="ADAL" clId="{88A10E76-C547-4713-B92A-3B48010D5CF0}" dt="2025-12-16T08:50:40.091" v="0" actId="478"/>
        <pc:sldMkLst>
          <pc:docMk/>
          <pc:sldMk cId="3696099194" sldId="269"/>
        </pc:sldMkLst>
        <pc:spChg chg="del">
          <ac:chgData name="Peter Javornický" userId="3b98f8e0-d449-4f6e-b57d-5f9bfb7a5c2c" providerId="ADAL" clId="{88A10E76-C547-4713-B92A-3B48010D5CF0}" dt="2025-12-16T08:50:40.091" v="0" actId="478"/>
          <ac:spMkLst>
            <pc:docMk/>
            <pc:sldMk cId="3696099194" sldId="269"/>
            <ac:spMk id="2" creationId="{DFA26A13-C350-2A41-7AD8-509EDB5DC41C}"/>
          </ac:spMkLst>
        </pc:spChg>
      </pc:sldChg>
      <pc:sldChg chg="delSp mod">
        <pc:chgData name="Peter Javornický" userId="3b98f8e0-d449-4f6e-b57d-5f9bfb7a5c2c" providerId="ADAL" clId="{88A10E76-C547-4713-B92A-3B48010D5CF0}" dt="2025-12-16T08:50:45.011" v="1" actId="478"/>
        <pc:sldMkLst>
          <pc:docMk/>
          <pc:sldMk cId="530287419" sldId="272"/>
        </pc:sldMkLst>
        <pc:spChg chg="del">
          <ac:chgData name="Peter Javornický" userId="3b98f8e0-d449-4f6e-b57d-5f9bfb7a5c2c" providerId="ADAL" clId="{88A10E76-C547-4713-B92A-3B48010D5CF0}" dt="2025-12-16T08:50:45.011" v="1" actId="478"/>
          <ac:spMkLst>
            <pc:docMk/>
            <pc:sldMk cId="530287419" sldId="272"/>
            <ac:spMk id="4" creationId="{95CBA079-58E8-749B-411B-BC34CDB29D9F}"/>
          </ac:spMkLst>
        </pc:spChg>
      </pc:sldChg>
      <pc:sldChg chg="delSp mod">
        <pc:chgData name="Peter Javornický" userId="3b98f8e0-d449-4f6e-b57d-5f9bfb7a5c2c" providerId="ADAL" clId="{88A10E76-C547-4713-B92A-3B48010D5CF0}" dt="2025-12-16T08:50:48.503" v="2" actId="478"/>
        <pc:sldMkLst>
          <pc:docMk/>
          <pc:sldMk cId="2558961472" sldId="273"/>
        </pc:sldMkLst>
        <pc:spChg chg="del">
          <ac:chgData name="Peter Javornický" userId="3b98f8e0-d449-4f6e-b57d-5f9bfb7a5c2c" providerId="ADAL" clId="{88A10E76-C547-4713-B92A-3B48010D5CF0}" dt="2025-12-16T08:50:48.503" v="2" actId="478"/>
          <ac:spMkLst>
            <pc:docMk/>
            <pc:sldMk cId="2558961472" sldId="273"/>
            <ac:spMk id="4" creationId="{7065EE63-B5AB-03A3-21D3-E94A3B868E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6BF59B-A2F9-7DCD-151B-3DE91DDFA507}"/>
              </a:ext>
            </a:extLst>
          </p:cNvPr>
          <p:cNvSpPr/>
          <p:nvPr/>
        </p:nvSpPr>
        <p:spPr>
          <a:xfrm>
            <a:off x="0" y="1"/>
            <a:ext cx="6858000" cy="753980"/>
          </a:xfrm>
          <a:prstGeom prst="rect">
            <a:avLst/>
          </a:prstGeom>
          <a:solidFill>
            <a:srgbClr val="BAF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689811"/>
            <a:ext cx="6625389" cy="100457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>
                <a:effectLst/>
                <a:ea typeface="Times New Roman" panose="02020603050405020304" pitchFamily="18" charset="0"/>
              </a:rPr>
              <a:t>For those who crave what’s next.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Play for the Experiences You Wish You Had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Imagine a game where every day, you’re not just playing for points—you’re playing for the chance to unlock extraordinary, once-in-a-lifetime experiences.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This is no ordinary game. Every week, we curate a collection of exclusive experiences you can win—each one designed to ignite your passions, challenge your curiosity, and create unforgettable memories.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From the front row of a sold-out concert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to the adrenaline rush of an F1 pit pass,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from masterclasses in unique skills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to thrill-seeking adventures like helicopter rides</a:t>
            </a:r>
            <a:r>
              <a:rPr lang="cs-CZ" sz="2400" dirty="0">
                <a:effectLst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The rewards change weekly</a:t>
            </a:r>
            <a:r>
              <a:rPr lang="cs-CZ" sz="2400" dirty="0">
                <a:effectLst/>
                <a:ea typeface="Times New Roman" panose="02020603050405020304" pitchFamily="18" charset="0"/>
              </a:rPr>
              <a:t>,</a:t>
            </a:r>
            <a:r>
              <a:rPr lang="en-US" sz="2400" dirty="0">
                <a:ea typeface="Times New Roman" panose="02020603050405020304" pitchFamily="18" charset="0"/>
              </a:rPr>
              <a:t> so, there’s always something new to discover.</a:t>
            </a:r>
            <a:r>
              <a:rPr lang="cs-CZ" sz="2400" dirty="0">
                <a:ea typeface="Times New Roman" panose="02020603050405020304" pitchFamily="18" charset="0"/>
              </a:rPr>
              <a:t> 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f you miss one chance, there’s always a new opportunity.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Didn't get those concert tickets? Try again next week for an entirely different experience.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This game isn't just about playing; it’s about playing for the life you want to live.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Are you ready to play for the experiences you’ve always wished for?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</a:pPr>
            <a:endParaRPr lang="cs-CZ" sz="2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C67B9F-A2BF-168D-7AC9-007F066AF1DA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28338"/>
            <a:ext cx="6745706" cy="625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b="1" dirty="0"/>
              <a:t>Pulse Play</a:t>
            </a:r>
          </a:p>
        </p:txBody>
      </p:sp>
    </p:spTree>
    <p:extLst>
      <p:ext uri="{BB962C8B-B14F-4D97-AF65-F5344CB8AC3E}">
        <p14:creationId xmlns:p14="http://schemas.microsoft.com/office/powerpoint/2010/main" val="369609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9EBD-FDA5-45C0-383A-D2825CC8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E8A9B2-5BAA-AEFC-763E-776B6F3FE9B4}"/>
              </a:ext>
            </a:extLst>
          </p:cNvPr>
          <p:cNvSpPr/>
          <p:nvPr/>
        </p:nvSpPr>
        <p:spPr>
          <a:xfrm>
            <a:off x="0" y="0"/>
            <a:ext cx="6858000" cy="669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49691-B6BA-2D79-81AF-0047EADF5C8E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16043"/>
            <a:ext cx="6745706" cy="11069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/>
              <a:t>Standard or VIP Mode</a:t>
            </a:r>
            <a:br>
              <a:rPr lang="cs-CZ" sz="3200" b="1" dirty="0"/>
            </a:br>
            <a:r>
              <a:rPr lang="en-US" sz="2800" dirty="0"/>
              <a:t>Play Your</a:t>
            </a:r>
            <a:r>
              <a:rPr lang="cs-CZ" sz="2800" dirty="0"/>
              <a:t> </a:t>
            </a:r>
            <a:r>
              <a:rPr lang="en-US" sz="2800" dirty="0"/>
              <a:t>Way</a:t>
            </a:r>
            <a:r>
              <a:rPr lang="cs-CZ" sz="2800" dirty="0"/>
              <a:t> </a:t>
            </a:r>
            <a:endParaRPr lang="cs-CZ" sz="3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B89C0E0-C00C-5946-1E3A-8EA5BC745587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55031"/>
            <a:ext cx="6745705" cy="9644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In the world of gaming, players crave not just entertainment, but status, rewards, and progression. Standard / VIP Mode is designed to meet your desires by offering two distinct gameplay experiences within a single game based on your mood, goals, and risk appetite.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VIP Mode is designed for those who want more: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A richer, more immersive gaming environment.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Higher rewards, increased multipliers, and access to an additional jackpot tier—the VIP Jackpot.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Unique challenges, faster progression, and priority support.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Why go VIP?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Choice &amp; Control: you decide when to switch modes based on your preferences, risk appetite, and balance.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Progression &amp; Status: VIP Mode is a status symbol—a badge of achievement and dedication.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Enhanced Rewards: You can enjoy higher payouts, bigger jackpots, and richer visual experiences.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Community Engagement: The loyalty program promotes sharing, reviews, and word-of-mouth, driving organic growth.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Whether you're a casual player enjoying the Standard Mode or a high-roller chasing big wins in VIP Mode, the game adapts to you. </a:t>
            </a:r>
            <a:endParaRPr lang="cs-CZ" sz="2200" dirty="0"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b="1" dirty="0">
                <a:ea typeface="Times New Roman" panose="02020603050405020304" pitchFamily="18" charset="0"/>
              </a:rPr>
              <a:t>Your mood, your style, your rewards. Switch modes anytime—because the game should fit your play, not the other way around.</a:t>
            </a:r>
          </a:p>
        </p:txBody>
      </p:sp>
    </p:spTree>
    <p:extLst>
      <p:ext uri="{BB962C8B-B14F-4D97-AF65-F5344CB8AC3E}">
        <p14:creationId xmlns:p14="http://schemas.microsoft.com/office/powerpoint/2010/main" val="308706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6A9D-ED5F-EC61-89A5-45FDF627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178BE3-E699-1939-9B78-48C2A89B5310}"/>
              </a:ext>
            </a:extLst>
          </p:cNvPr>
          <p:cNvSpPr/>
          <p:nvPr/>
        </p:nvSpPr>
        <p:spPr>
          <a:xfrm>
            <a:off x="0" y="1"/>
            <a:ext cx="6858000" cy="6126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099B5-4713-9AE3-C1BF-7539350CC201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-64167"/>
            <a:ext cx="6745706" cy="12191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/>
              <a:t>Happy Hour</a:t>
            </a:r>
            <a:endParaRPr lang="cs-CZ" sz="28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Your Best Time to Play is Now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7174B2-53E3-66D5-C1B5-D3EDA3E277D3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010653"/>
            <a:ext cx="6745705" cy="9789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Whether it’s a global event or a special reward just for you, Happy Hour transforms the when into a why not now. It’s the thrill of knowing that right now is your best chance to win, and the anticipation that the next big boost could come anytime—just for you.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 becomes a Dynamic Experience by adapting to your habits: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Preferred Play Times: For example, if you regularly play Tuesday nights, you might receive a Tuesday 19:00–21:00 Happy Hour—just for you.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Continuous Entertainment: If you play all the time, the game creates mini Happy Hours during your peaks.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Welcome Back: if you don’t play often, the game triggers a “We Miss You” Happy Hours at times you had enjoyed playing, creating a </a:t>
            </a:r>
            <a:r>
              <a:rPr lang="en-US" sz="2200" dirty="0">
                <a:ea typeface="Times New Roman" panose="02020603050405020304" pitchFamily="18" charset="0"/>
              </a:rPr>
              <a:t>personal invitation to return.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Hours: What You Get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Free Spins on Featured Games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Exclusive Bonus Rounds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Boosted Payout Multipliers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Double/Triple Loyalty Points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Access to Limited-Time </a:t>
            </a:r>
            <a:r>
              <a:rPr lang="en-US" sz="2200" dirty="0">
                <a:ea typeface="Times New Roman" panose="02020603050405020304" pitchFamily="18" charset="0"/>
              </a:rPr>
              <a:t>Features (e.g., Happy Hour Jackpot)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 turns ordinary moments into thrilling opportunities by offering you time-limited rewards that align with the way you play. </a:t>
            </a:r>
            <a:endParaRPr lang="cs-CZ" sz="2200" dirty="0"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b="1" dirty="0">
                <a:ea typeface="Times New Roman" panose="02020603050405020304" pitchFamily="18" charset="0"/>
              </a:rPr>
              <a:t>It’s not just about “when” you play—it’s about making every moment feel like your best moment to win.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2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6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95C1-A193-97C1-2120-2E50AE44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73CDB9-A536-EC36-840F-12B34C39CED2}"/>
              </a:ext>
            </a:extLst>
          </p:cNvPr>
          <p:cNvSpPr/>
          <p:nvPr/>
        </p:nvSpPr>
        <p:spPr>
          <a:xfrm>
            <a:off x="0" y="1"/>
            <a:ext cx="6858000" cy="6166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5A247-0258-C03C-CC9E-C18DEDF48FA8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-16041"/>
            <a:ext cx="6745706" cy="12994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a typeface="Times New Roman" panose="02020603050405020304" pitchFamily="18" charset="0"/>
              </a:rPr>
              <a:t>1 Bet-Volume </a:t>
            </a:r>
            <a:r>
              <a:rPr lang="en-US" b="1" dirty="0"/>
              <a:t>Must-Win Jackpots</a:t>
            </a:r>
            <a:endParaRPr lang="cs-CZ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The Game of Timed Thrills and Guaranteed Wins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537828F-2200-2678-4E4E-22997DD9F591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994611"/>
            <a:ext cx="6745705" cy="9789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In the world of online gaming, there’s nothing more thrilling than knowing a jackpot must drop—today, or even this hour. That’s the electrifying premise of Must-Win Jackpots: a dynamic jackpot experience where the win is not just possible—it’s guaranteed. The only question is: who will win it, and when?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How to Win Big</a:t>
            </a:r>
            <a:br>
              <a:rPr lang="cs-CZ" sz="2200" dirty="0">
                <a:ea typeface="Times New Roman" panose="02020603050405020304" pitchFamily="18" charset="0"/>
              </a:rPr>
            </a:br>
            <a:r>
              <a:rPr lang="en-US" sz="2200" dirty="0">
                <a:ea typeface="Times New Roman" panose="02020603050405020304" pitchFamily="18" charset="0"/>
              </a:rPr>
              <a:t>1 Bet-Volume Jackpots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Progress Bar Thrill: Every player’s bets contribute to a visible jackpot meter. When it fills up, the jackpot must drop.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Shared Anticipation: Everyone can see the meter inch closer—every bet brings the drop nearer, creating a sense of collective urgency.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The Final Sprint: As the bar approaches the limit, player activity surges—everyone wants a piece of the action before it bursts.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Multiple Jackpot Levels: Different tiers of Must-Win Jackpots (e.g., hourly, daily, weekly) so there’s </a:t>
            </a:r>
            <a:r>
              <a:rPr lang="en-US" sz="2200" dirty="0">
                <a:ea typeface="Times New Roman" panose="02020603050405020304" pitchFamily="18" charset="0"/>
              </a:rPr>
              <a:t>always a jackpot on the edge of bursting.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With different Must-Win Jackpots at various timeframes, there’s always a jackpot waiting to burst.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It’s not just a game—it’s a race against time, a pulse-pounding chase where every spin matters, and the thrill of knowing the jackpot must drop soon keeps players coming back.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dirty="0">
                <a:ea typeface="Times New Roman" panose="02020603050405020304" pitchFamily="18" charset="0"/>
              </a:rPr>
              <a:t>The countdown is on. The jackpot is rising. </a:t>
            </a:r>
            <a:br>
              <a:rPr lang="cs-CZ" sz="2200" b="1" dirty="0">
                <a:ea typeface="Times New Roman" panose="02020603050405020304" pitchFamily="18" charset="0"/>
              </a:rPr>
            </a:br>
            <a:r>
              <a:rPr lang="en-US" sz="2200" b="1" dirty="0">
                <a:ea typeface="Times New Roman" panose="02020603050405020304" pitchFamily="18" charset="0"/>
              </a:rPr>
              <a:t>The question is—will it be you?</a:t>
            </a:r>
          </a:p>
        </p:txBody>
      </p:sp>
    </p:spTree>
    <p:extLst>
      <p:ext uri="{BB962C8B-B14F-4D97-AF65-F5344CB8AC3E}">
        <p14:creationId xmlns:p14="http://schemas.microsoft.com/office/powerpoint/2010/main" val="53028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BEB1-C8F0-5AF0-AC47-3EB7B6E4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DBCA6C-9338-7A39-BAC7-8C7C620452AF}"/>
              </a:ext>
            </a:extLst>
          </p:cNvPr>
          <p:cNvSpPr/>
          <p:nvPr/>
        </p:nvSpPr>
        <p:spPr>
          <a:xfrm>
            <a:off x="0" y="1"/>
            <a:ext cx="6858000" cy="673769"/>
          </a:xfrm>
          <a:prstGeom prst="rect">
            <a:avLst/>
          </a:prstGeom>
          <a:solidFill>
            <a:srgbClr val="F6D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0F27A-9D9E-E243-1947-46A7B561957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48128"/>
            <a:ext cx="6745706" cy="1748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800" b="1" dirty="0">
                <a:ea typeface="Times New Roman" panose="02020603050405020304" pitchFamily="18" charset="0"/>
              </a:rPr>
              <a:t>Time-Locked </a:t>
            </a:r>
            <a:r>
              <a:rPr lang="en-US" sz="3800" b="1" dirty="0"/>
              <a:t>Must-Win Jackpots</a:t>
            </a:r>
            <a:endParaRPr lang="cs-CZ" sz="38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The Game of Timed Thrills and Guaranteed Wins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25DF71-FD3B-102C-3746-DB98E07E6A36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71074"/>
            <a:ext cx="6745705" cy="95163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In the world of online gaming, there’s nothing more thrilling than knowing a jackpot must drop—today, or even this hour. </a:t>
            </a:r>
            <a:br>
              <a:rPr lang="cs-CZ" sz="2400" dirty="0">
                <a:ea typeface="Times New Roman" panose="02020603050405020304" pitchFamily="18" charset="0"/>
              </a:rPr>
            </a:br>
            <a:r>
              <a:rPr lang="en-US" sz="2400" dirty="0">
                <a:ea typeface="Times New Roman" panose="02020603050405020304" pitchFamily="18" charset="0"/>
              </a:rPr>
              <a:t>That’s the electrifying premise of Must-Win Jackpots: a dynamic jackpot experience where the win is not just possible—it’s guaranteed. </a:t>
            </a:r>
            <a:br>
              <a:rPr lang="cs-CZ" sz="2400" dirty="0">
                <a:ea typeface="Times New Roman" panose="02020603050405020304" pitchFamily="18" charset="0"/>
              </a:rPr>
            </a:br>
            <a:r>
              <a:rPr lang="en-US" sz="2400" dirty="0">
                <a:ea typeface="Times New Roman" panose="02020603050405020304" pitchFamily="18" charset="0"/>
              </a:rPr>
              <a:t>The only question is: who will win it, and when?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How to Win Big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Time-Locked Jackpots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Deadline-Driven Excitement: The jackpot is guaranteed to drop by a specific time—whether it’s today at midnight, this Friday at 8 PM, or even every hour on the hour.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Countdown Timers: A live timer ticks down in-game, building tension as the moment approaches.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“Last-Minute Madness” Rush: As the timer nears zero, players flock in</a:t>
            </a:r>
            <a:r>
              <a:rPr lang="en-US" sz="2400" dirty="0">
                <a:ea typeface="Times New Roman" panose="02020603050405020304" pitchFamily="18" charset="0"/>
              </a:rPr>
              <a:t>, chasing that final spin to win.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It’s not just a game—it’s a race against time, a pulse-pounding chase where every spin matters, and the thrill of knowing the jackpot must drop soon keeps players coming back.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1" dirty="0">
                <a:ea typeface="Times New Roman" panose="02020603050405020304" pitchFamily="18" charset="0"/>
              </a:rPr>
              <a:t>The countdown is on. The jackpot is rising. </a:t>
            </a:r>
            <a:br>
              <a:rPr lang="cs-CZ" sz="2400" b="1" dirty="0">
                <a:ea typeface="Times New Roman" panose="02020603050405020304" pitchFamily="18" charset="0"/>
              </a:rPr>
            </a:br>
            <a:r>
              <a:rPr lang="en-US" sz="2400" b="1" dirty="0">
                <a:ea typeface="Times New Roman" panose="02020603050405020304" pitchFamily="18" charset="0"/>
              </a:rPr>
              <a:t>The question is—will it be you?</a:t>
            </a:r>
          </a:p>
        </p:txBody>
      </p:sp>
    </p:spTree>
    <p:extLst>
      <p:ext uri="{BB962C8B-B14F-4D97-AF65-F5344CB8AC3E}">
        <p14:creationId xmlns:p14="http://schemas.microsoft.com/office/powerpoint/2010/main" val="255896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407</TotalTime>
  <Words>1128</Words>
  <Application>Microsoft Office PowerPoint</Application>
  <PresentationFormat>Custom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21</cp:revision>
  <dcterms:created xsi:type="dcterms:W3CDTF">2022-11-09T07:36:23Z</dcterms:created>
  <dcterms:modified xsi:type="dcterms:W3CDTF">2025-12-16T08:50:55Z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