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74" r:id="rId2"/>
    <p:sldId id="275" r:id="rId3"/>
    <p:sldId id="276" r:id="rId4"/>
    <p:sldId id="277" r:id="rId5"/>
    <p:sldId id="278" r:id="rId6"/>
  </p:sldIdLst>
  <p:sldSz cx="6858000" cy="10799763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4F5"/>
    <a:srgbClr val="BAF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>
        <p:scale>
          <a:sx n="66" d="100"/>
          <a:sy n="66" d="100"/>
        </p:scale>
        <p:origin x="3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custSel modSld">
      <pc:chgData name="Peter Javornický" userId="3b98f8e0-d449-4f6e-b57d-5f9bfb7a5c2c" providerId="ADAL" clId="{88A10E76-C547-4713-B92A-3B48010D5CF0}" dt="2025-12-16T08:53:32.760" v="11"/>
      <pc:docMkLst>
        <pc:docMk/>
      </pc:docMkLst>
      <pc:sldChg chg="delSp mod">
        <pc:chgData name="Peter Javornický" userId="3b98f8e0-d449-4f6e-b57d-5f9bfb7a5c2c" providerId="ADAL" clId="{88A10E76-C547-4713-B92A-3B48010D5CF0}" dt="2025-12-16T08:49:33.877" v="0" actId="478"/>
        <pc:sldMkLst>
          <pc:docMk/>
          <pc:sldMk cId="2748606363" sldId="274"/>
        </pc:sldMkLst>
        <pc:spChg chg="del">
          <ac:chgData name="Peter Javornický" userId="3b98f8e0-d449-4f6e-b57d-5f9bfb7a5c2c" providerId="ADAL" clId="{88A10E76-C547-4713-B92A-3B48010D5CF0}" dt="2025-12-16T08:49:33.877" v="0" actId="478"/>
          <ac:spMkLst>
            <pc:docMk/>
            <pc:sldMk cId="2748606363" sldId="274"/>
            <ac:spMk id="4" creationId="{43296B44-B52D-A41A-99E0-D30A445E5612}"/>
          </ac:spMkLst>
        </pc:spChg>
      </pc:sldChg>
      <pc:sldChg chg="delSp modSp mod">
        <pc:chgData name="Peter Javornický" userId="3b98f8e0-d449-4f6e-b57d-5f9bfb7a5c2c" providerId="ADAL" clId="{88A10E76-C547-4713-B92A-3B48010D5CF0}" dt="2025-12-16T08:51:41.617" v="9"/>
        <pc:sldMkLst>
          <pc:docMk/>
          <pc:sldMk cId="3311698293" sldId="275"/>
        </pc:sldMkLst>
        <pc:spChg chg="mod">
          <ac:chgData name="Peter Javornický" userId="3b98f8e0-d449-4f6e-b57d-5f9bfb7a5c2c" providerId="ADAL" clId="{88A10E76-C547-4713-B92A-3B48010D5CF0}" dt="2025-12-16T08:51:41.617" v="9"/>
          <ac:spMkLst>
            <pc:docMk/>
            <pc:sldMk cId="3311698293" sldId="275"/>
            <ac:spMk id="3" creationId="{5CCF9DED-3290-4DE2-15E7-8E42368A4519}"/>
          </ac:spMkLst>
        </pc:spChg>
        <pc:spChg chg="del">
          <ac:chgData name="Peter Javornický" userId="3b98f8e0-d449-4f6e-b57d-5f9bfb7a5c2c" providerId="ADAL" clId="{88A10E76-C547-4713-B92A-3B48010D5CF0}" dt="2025-12-16T08:49:40.359" v="1" actId="478"/>
          <ac:spMkLst>
            <pc:docMk/>
            <pc:sldMk cId="3311698293" sldId="275"/>
            <ac:spMk id="5" creationId="{09DAEF90-C039-EECB-2EC5-0B47CB36F219}"/>
          </ac:spMkLst>
        </pc:spChg>
        <pc:spChg chg="del">
          <ac:chgData name="Peter Javornický" userId="3b98f8e0-d449-4f6e-b57d-5f9bfb7a5c2c" providerId="ADAL" clId="{88A10E76-C547-4713-B92A-3B48010D5CF0}" dt="2025-12-16T08:49:41.729" v="2" actId="478"/>
          <ac:spMkLst>
            <pc:docMk/>
            <pc:sldMk cId="3311698293" sldId="275"/>
            <ac:spMk id="6" creationId="{749E86A1-2977-8444-AEB3-27E58179DD69}"/>
          </ac:spMkLst>
        </pc:spChg>
      </pc:sldChg>
      <pc:sldChg chg="delSp mod">
        <pc:chgData name="Peter Javornický" userId="3b98f8e0-d449-4f6e-b57d-5f9bfb7a5c2c" providerId="ADAL" clId="{88A10E76-C547-4713-B92A-3B48010D5CF0}" dt="2025-12-16T08:49:46.785" v="4" actId="478"/>
        <pc:sldMkLst>
          <pc:docMk/>
          <pc:sldMk cId="3627271997" sldId="276"/>
        </pc:sldMkLst>
        <pc:spChg chg="del">
          <ac:chgData name="Peter Javornický" userId="3b98f8e0-d449-4f6e-b57d-5f9bfb7a5c2c" providerId="ADAL" clId="{88A10E76-C547-4713-B92A-3B48010D5CF0}" dt="2025-12-16T08:49:44.852" v="3" actId="478"/>
          <ac:spMkLst>
            <pc:docMk/>
            <pc:sldMk cId="3627271997" sldId="276"/>
            <ac:spMk id="5" creationId="{0F657A70-F540-5927-713B-9C8C0C0CC966}"/>
          </ac:spMkLst>
        </pc:spChg>
        <pc:spChg chg="del">
          <ac:chgData name="Peter Javornický" userId="3b98f8e0-d449-4f6e-b57d-5f9bfb7a5c2c" providerId="ADAL" clId="{88A10E76-C547-4713-B92A-3B48010D5CF0}" dt="2025-12-16T08:49:46.785" v="4" actId="478"/>
          <ac:spMkLst>
            <pc:docMk/>
            <pc:sldMk cId="3627271997" sldId="276"/>
            <ac:spMk id="6" creationId="{1ACD1890-7818-F824-0229-4C9D337A2132}"/>
          </ac:spMkLst>
        </pc:spChg>
      </pc:sldChg>
      <pc:sldChg chg="delSp modSp mod">
        <pc:chgData name="Peter Javornický" userId="3b98f8e0-d449-4f6e-b57d-5f9bfb7a5c2c" providerId="ADAL" clId="{88A10E76-C547-4713-B92A-3B48010D5CF0}" dt="2025-12-16T08:52:31.981" v="10"/>
        <pc:sldMkLst>
          <pc:docMk/>
          <pc:sldMk cId="2915784189" sldId="277"/>
        </pc:sldMkLst>
        <pc:spChg chg="mod">
          <ac:chgData name="Peter Javornický" userId="3b98f8e0-d449-4f6e-b57d-5f9bfb7a5c2c" providerId="ADAL" clId="{88A10E76-C547-4713-B92A-3B48010D5CF0}" dt="2025-12-16T08:52:31.981" v="10"/>
          <ac:spMkLst>
            <pc:docMk/>
            <pc:sldMk cId="2915784189" sldId="277"/>
            <ac:spMk id="3" creationId="{88FD7F67-0976-25AE-2FDE-6565521DF73F}"/>
          </ac:spMkLst>
        </pc:spChg>
        <pc:spChg chg="del">
          <ac:chgData name="Peter Javornický" userId="3b98f8e0-d449-4f6e-b57d-5f9bfb7a5c2c" providerId="ADAL" clId="{88A10E76-C547-4713-B92A-3B48010D5CF0}" dt="2025-12-16T08:49:49.781" v="5" actId="478"/>
          <ac:spMkLst>
            <pc:docMk/>
            <pc:sldMk cId="2915784189" sldId="277"/>
            <ac:spMk id="6" creationId="{15A35996-7814-979D-9E56-44C8C7BA8974}"/>
          </ac:spMkLst>
        </pc:spChg>
        <pc:spChg chg="del">
          <ac:chgData name="Peter Javornický" userId="3b98f8e0-d449-4f6e-b57d-5f9bfb7a5c2c" providerId="ADAL" clId="{88A10E76-C547-4713-B92A-3B48010D5CF0}" dt="2025-12-16T08:49:51.509" v="6" actId="478"/>
          <ac:spMkLst>
            <pc:docMk/>
            <pc:sldMk cId="2915784189" sldId="277"/>
            <ac:spMk id="7" creationId="{F4ED1D50-9D28-73F1-37EA-3EBE38D6F410}"/>
          </ac:spMkLst>
        </pc:spChg>
      </pc:sldChg>
      <pc:sldChg chg="delSp modSp mod">
        <pc:chgData name="Peter Javornický" userId="3b98f8e0-d449-4f6e-b57d-5f9bfb7a5c2c" providerId="ADAL" clId="{88A10E76-C547-4713-B92A-3B48010D5CF0}" dt="2025-12-16T08:53:32.760" v="11"/>
        <pc:sldMkLst>
          <pc:docMk/>
          <pc:sldMk cId="2849205481" sldId="278"/>
        </pc:sldMkLst>
        <pc:spChg chg="del">
          <ac:chgData name="Peter Javornický" userId="3b98f8e0-d449-4f6e-b57d-5f9bfb7a5c2c" providerId="ADAL" clId="{88A10E76-C547-4713-B92A-3B48010D5CF0}" dt="2025-12-16T08:49:54.196" v="7" actId="478"/>
          <ac:spMkLst>
            <pc:docMk/>
            <pc:sldMk cId="2849205481" sldId="278"/>
            <ac:spMk id="6" creationId="{ABA77B7F-3432-FA8E-A2B8-20E20CE93B61}"/>
          </ac:spMkLst>
        </pc:spChg>
        <pc:spChg chg="del">
          <ac:chgData name="Peter Javornický" userId="3b98f8e0-d449-4f6e-b57d-5f9bfb7a5c2c" providerId="ADAL" clId="{88A10E76-C547-4713-B92A-3B48010D5CF0}" dt="2025-12-16T08:49:55.788" v="8" actId="478"/>
          <ac:spMkLst>
            <pc:docMk/>
            <pc:sldMk cId="2849205481" sldId="278"/>
            <ac:spMk id="7" creationId="{CCDC0E5B-EB0E-9C98-383E-BEBF22DFF2D5}"/>
          </ac:spMkLst>
        </pc:spChg>
        <pc:spChg chg="mod">
          <ac:chgData name="Peter Javornický" userId="3b98f8e0-d449-4f6e-b57d-5f9bfb7a5c2c" providerId="ADAL" clId="{88A10E76-C547-4713-B92A-3B48010D5CF0}" dt="2025-12-16T08:53:32.760" v="11"/>
          <ac:spMkLst>
            <pc:docMk/>
            <pc:sldMk cId="2849205481" sldId="278"/>
            <ac:spMk id="10" creationId="{7E9E4CC0-ACFB-0731-3818-6DFD835B62ED}"/>
          </ac:spMkLst>
        </pc:spChg>
      </pc:sldChg>
    </pc:docChg>
  </pc:docChgLst>
  <pc:docChgLst>
    <pc:chgData name="GASCON Yuri" userId="42c78e76-73a5-4db4-b26e-dd7da87b6af9" providerId="ADAL" clId="{8B83D20E-C6DD-44ED-86C9-D76FA3A361EC}"/>
    <pc:docChg chg="undo custSel addSld delSld modSld">
      <pc:chgData name="GASCON Yuri" userId="42c78e76-73a5-4db4-b26e-dd7da87b6af9" providerId="ADAL" clId="{8B83D20E-C6DD-44ED-86C9-D76FA3A361EC}" dt="2025-06-18T08:55:31.573" v="54"/>
      <pc:docMkLst>
        <pc:docMk/>
      </pc:docMkLst>
      <pc:sldChg chg="modSp add mod">
        <pc:chgData name="GASCON Yuri" userId="42c78e76-73a5-4db4-b26e-dd7da87b6af9" providerId="ADAL" clId="{8B83D20E-C6DD-44ED-86C9-D76FA3A361EC}" dt="2025-06-18T08:35:37.540" v="10" actId="20577"/>
        <pc:sldMkLst>
          <pc:docMk/>
          <pc:sldMk cId="2748606363" sldId="274"/>
        </pc:sldMkLst>
      </pc:sldChg>
      <pc:sldChg chg="add del">
        <pc:chgData name="GASCON Yuri" userId="42c78e76-73a5-4db4-b26e-dd7da87b6af9" providerId="ADAL" clId="{8B83D20E-C6DD-44ED-86C9-D76FA3A361EC}" dt="2025-06-18T08:21:40.395" v="1" actId="47"/>
        <pc:sldMkLst>
          <pc:docMk/>
          <pc:sldMk cId="3438876209" sldId="274"/>
        </pc:sldMkLst>
      </pc:sldChg>
      <pc:sldChg chg="modSp add mod">
        <pc:chgData name="GASCON Yuri" userId="42c78e76-73a5-4db4-b26e-dd7da87b6af9" providerId="ADAL" clId="{8B83D20E-C6DD-44ED-86C9-D76FA3A361EC}" dt="2025-06-18T08:38:10.949" v="16" actId="255"/>
        <pc:sldMkLst>
          <pc:docMk/>
          <pc:sldMk cId="3311698293" sldId="275"/>
        </pc:sldMkLst>
      </pc:sldChg>
      <pc:sldChg chg="addSp modSp add mod">
        <pc:chgData name="GASCON Yuri" userId="42c78e76-73a5-4db4-b26e-dd7da87b6af9" providerId="ADAL" clId="{8B83D20E-C6DD-44ED-86C9-D76FA3A361EC}" dt="2025-06-18T08:44:34.997" v="39" actId="14100"/>
        <pc:sldMkLst>
          <pc:docMk/>
          <pc:sldMk cId="3627271997" sldId="276"/>
        </pc:sldMkLst>
      </pc:sldChg>
      <pc:sldChg chg="addSp modSp add mod">
        <pc:chgData name="GASCON Yuri" userId="42c78e76-73a5-4db4-b26e-dd7da87b6af9" providerId="ADAL" clId="{8B83D20E-C6DD-44ED-86C9-D76FA3A361EC}" dt="2025-06-18T08:50:52.348" v="50" actId="255"/>
        <pc:sldMkLst>
          <pc:docMk/>
          <pc:sldMk cId="2915784189" sldId="277"/>
        </pc:sldMkLst>
      </pc:sldChg>
      <pc:sldChg chg="modSp add">
        <pc:chgData name="GASCON Yuri" userId="42c78e76-73a5-4db4-b26e-dd7da87b6af9" providerId="ADAL" clId="{8B83D20E-C6DD-44ED-86C9-D76FA3A361EC}" dt="2025-06-18T08:55:31.573" v="54"/>
        <pc:sldMkLst>
          <pc:docMk/>
          <pc:sldMk cId="2849205481" sldId="278"/>
        </pc:sldMkLst>
      </pc:sldChg>
      <pc:sldChg chg="modSp add del">
        <pc:chgData name="GASCON Yuri" userId="42c78e76-73a5-4db4-b26e-dd7da87b6af9" providerId="ADAL" clId="{8B83D20E-C6DD-44ED-86C9-D76FA3A361EC}" dt="2025-06-18T08:41:02.462" v="26"/>
        <pc:sldMkLst>
          <pc:docMk/>
          <pc:sldMk cId="3955061982" sldId="279"/>
        </pc:sldMkLst>
      </pc:sldChg>
      <pc:sldChg chg="add del">
        <pc:chgData name="GASCON Yuri" userId="42c78e76-73a5-4db4-b26e-dd7da87b6af9" providerId="ADAL" clId="{8B83D20E-C6DD-44ED-86C9-D76FA3A361EC}" dt="2025-06-18T08:40:41.726" v="23"/>
        <pc:sldMkLst>
          <pc:docMk/>
          <pc:sldMk cId="2859224681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63D0-3A20-42FE-B1FD-540301BC9CA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49513" y="1143000"/>
            <a:ext cx="195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A247D-2C5A-4479-9F22-8DA14766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71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A247D-2C5A-4479-9F22-8DA14766BE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3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D195F-AFDD-6119-9E9E-8C4D6B8F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3979A0-51FA-244A-74F9-2BBB416AB0F5}"/>
              </a:ext>
            </a:extLst>
          </p:cNvPr>
          <p:cNvSpPr/>
          <p:nvPr/>
        </p:nvSpPr>
        <p:spPr>
          <a:xfrm>
            <a:off x="0" y="0"/>
            <a:ext cx="6858000" cy="866273"/>
          </a:xfrm>
          <a:prstGeom prst="rect">
            <a:avLst/>
          </a:prstGeom>
          <a:solidFill>
            <a:srgbClr val="BAF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5AC78-0D85-FA52-CA7D-D7F2BAE3AC85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866273"/>
            <a:ext cx="6625389" cy="98051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cs-CZ" sz="2800" noProof="0" dirty="0"/>
              <a:t>Pro ty, kdo touží po tom, co přijde dál.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br>
              <a:rPr lang="cs-CZ" sz="2400" noProof="0" dirty="0"/>
            </a:br>
            <a:r>
              <a:rPr lang="cs-CZ" sz="2400" b="1" noProof="0" dirty="0"/>
              <a:t>Hrajte o zážitky, které jste si vždy přáli</a:t>
            </a:r>
          </a:p>
          <a:p>
            <a:endParaRPr lang="cs-CZ" sz="2400" noProof="0" dirty="0"/>
          </a:p>
          <a:p>
            <a:r>
              <a:rPr lang="cs-CZ" sz="2400" noProof="0" dirty="0"/>
              <a:t>Představte si hru, kde každý den nehrajete jen </a:t>
            </a:r>
            <a:br>
              <a:rPr lang="cs-CZ" sz="2400" noProof="0" dirty="0"/>
            </a:br>
            <a:r>
              <a:rPr lang="cs-CZ" sz="2400" noProof="0" dirty="0"/>
              <a:t>o body — hrajete o šanci získat mimořádné, jedinečné zážitky, které zažijete jen jednou za život.</a:t>
            </a:r>
          </a:p>
          <a:p>
            <a:r>
              <a:rPr lang="cs-CZ" sz="2400" noProof="0" dirty="0"/>
              <a:t>Toto není obyčejná hra. Každý týden pro vás připravujeme sbírku exkluzivních zážitků, které můžete vyhrát — každý z nich je navržen tak, aby probudil vaši vášeň, podnítil vaši zvědavost a vytvořil nezapomenutelné vzpomínky.</a:t>
            </a:r>
          </a:p>
          <a:p>
            <a:r>
              <a:rPr lang="cs-CZ" sz="2400" noProof="0" dirty="0"/>
              <a:t>Od prvních řad vyprodaného koncertu,</a:t>
            </a:r>
            <a:br>
              <a:rPr lang="cs-CZ" sz="2400" noProof="0" dirty="0"/>
            </a:br>
            <a:r>
              <a:rPr lang="cs-CZ" sz="2400" noProof="0" dirty="0"/>
              <a:t>přes adrenalin z přístupu do boxů F1,</a:t>
            </a:r>
            <a:br>
              <a:rPr lang="cs-CZ" sz="2400" noProof="0" dirty="0"/>
            </a:br>
            <a:r>
              <a:rPr lang="cs-CZ" sz="2400" noProof="0" dirty="0"/>
              <a:t>přes mistrovské kurzy jedinečných dovedností,</a:t>
            </a:r>
            <a:br>
              <a:rPr lang="cs-CZ" sz="2400" noProof="0" dirty="0"/>
            </a:br>
            <a:r>
              <a:rPr lang="cs-CZ" sz="2400" noProof="0" dirty="0"/>
              <a:t>až po dobrodružství jako je let vrtulníkem.</a:t>
            </a:r>
          </a:p>
          <a:p>
            <a:r>
              <a:rPr lang="cs-CZ" sz="2400" noProof="0" dirty="0"/>
              <a:t>Odměny se mění každý týden, takže je stále co objevovat. Pokud vám jedna šance unikne, další příležitost přijde brzy.</a:t>
            </a:r>
            <a:br>
              <a:rPr lang="cs-CZ" sz="2400" noProof="0" dirty="0"/>
            </a:br>
            <a:r>
              <a:rPr lang="cs-CZ" sz="2400" noProof="0" dirty="0"/>
              <a:t>Nevyhráli jste vstupenky na koncert? Zkuste to znovu příští týden — s úplně jiným zážitkem.</a:t>
            </a:r>
          </a:p>
          <a:p>
            <a:r>
              <a:rPr lang="cs-CZ" sz="2400" noProof="0" dirty="0"/>
              <a:t>Tahle hra není jen o hraní. </a:t>
            </a:r>
            <a:br>
              <a:rPr lang="cs-CZ" sz="2400" noProof="0" dirty="0"/>
            </a:br>
            <a:r>
              <a:rPr lang="cs-CZ" sz="2400" noProof="0" dirty="0"/>
              <a:t>Je o hraní za život, jaký si přejete žít.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cs-CZ" sz="2400" b="1" noProof="0" dirty="0"/>
              <a:t>Jste připraveni hrát o zážitky, po kterých jste vždy toužili?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8351D9-1102-CA77-587F-B935AD46D264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28338"/>
            <a:ext cx="6745706" cy="625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4000" b="1" noProof="0" dirty="0"/>
              <a:t>Pulse Play</a:t>
            </a:r>
          </a:p>
        </p:txBody>
      </p:sp>
    </p:spTree>
    <p:extLst>
      <p:ext uri="{BB962C8B-B14F-4D97-AF65-F5344CB8AC3E}">
        <p14:creationId xmlns:p14="http://schemas.microsoft.com/office/powerpoint/2010/main" val="274860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4489-07D0-0997-F32C-B993174A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A2A938-4B7A-D978-00F2-B24F05530757}"/>
              </a:ext>
            </a:extLst>
          </p:cNvPr>
          <p:cNvSpPr/>
          <p:nvPr/>
        </p:nvSpPr>
        <p:spPr>
          <a:xfrm>
            <a:off x="0" y="0"/>
            <a:ext cx="6858000" cy="669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F9DED-3290-4DE2-15E7-8E42368A4519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56148" y="11962"/>
            <a:ext cx="6801854" cy="120169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4000" b="1" noProof="0" dirty="0"/>
              <a:t>Standard </a:t>
            </a:r>
            <a:r>
              <a:rPr lang="cs-CZ" sz="4000" b="1" noProof="0" dirty="0" err="1"/>
              <a:t>or</a:t>
            </a:r>
            <a:r>
              <a:rPr lang="cs-CZ" sz="4000" b="1" noProof="0" dirty="0"/>
              <a:t> VIP Mode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noProof="0" dirty="0"/>
              <a:t>Hrajte podle sebe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92712E9-EC32-929B-D75D-25DCD381BBE7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197033"/>
            <a:ext cx="6745705" cy="9590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cs-CZ" sz="2300" noProof="0" dirty="0"/>
              <a:t>Ve světě her hráči netouží jen po zábavě, ale také po statusu, odměnách a postupu.</a:t>
            </a:r>
          </a:p>
          <a:p>
            <a:pPr>
              <a:spcBef>
                <a:spcPts val="600"/>
              </a:spcBef>
            </a:pPr>
            <a:r>
              <a:rPr lang="cs-CZ" sz="2300" noProof="0" dirty="0"/>
              <a:t>Režim Standard / VIP je navržen tak, aby naplnil vaše přání – nabízí dva odlišné herní zážitky v rámci jedné hry, přizpůsobené vaší náladě, cílům a ochotě riskovat.</a:t>
            </a:r>
          </a:p>
          <a:p>
            <a:r>
              <a:rPr lang="cs-CZ" sz="2300" noProof="0" dirty="0"/>
              <a:t>VIP režim je určen pro ty, kteří chtějí víc: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Bohatší, více pohlcující herní prostředí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Vyšší odměny, vyšší násobitele a přístup k další úrovni jackpotu – VIP Jackpot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Jedinečné výzvy, rychlejší postup a prioritní podpora</a:t>
            </a:r>
          </a:p>
          <a:p>
            <a:r>
              <a:rPr lang="cs-CZ" sz="2300" noProof="0" dirty="0"/>
              <a:t>Proč zvolit VIP?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Volba a kontrola: sami si určíte, kdy přepnout režim podle svých preferencí, chuti riskovat a stavu zůstatku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Postup a status: VIP režim je symbolem postavení – odznakem úspěchu a oddanosti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Zvýšené odměny: můžete si užít vyšší výplaty, </a:t>
            </a:r>
            <a:br>
              <a:rPr lang="cs-CZ" sz="2300" noProof="0" dirty="0"/>
            </a:br>
            <a:r>
              <a:rPr lang="cs-CZ" sz="2300" noProof="0" dirty="0"/>
              <a:t>větší jackpoty a vizuálně bohatší zážitek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Zapojení komunity: věrnostní program podporuje sdílení, recenze a doporučení, čímž přirozeně roste komunita</a:t>
            </a:r>
          </a:p>
          <a:p>
            <a:r>
              <a:rPr lang="cs-CZ" sz="2300" noProof="0" dirty="0"/>
              <a:t>Ať už jste příležitostný hráč, který si užívá Standardní režim, nebo „</a:t>
            </a:r>
            <a:r>
              <a:rPr lang="cs-CZ" sz="2300" noProof="0" dirty="0" err="1"/>
              <a:t>high-roller</a:t>
            </a:r>
            <a:r>
              <a:rPr lang="cs-CZ" sz="2300" noProof="0" dirty="0"/>
              <a:t>“, který míří na velké výhry </a:t>
            </a:r>
            <a:br>
              <a:rPr lang="cs-CZ" sz="2300" noProof="0" dirty="0"/>
            </a:br>
            <a:r>
              <a:rPr lang="cs-CZ" sz="2300" noProof="0" dirty="0"/>
              <a:t>ve VIP režimu – hra se přizpůsobí vám.</a:t>
            </a:r>
          </a:p>
          <a:p>
            <a:r>
              <a:rPr lang="cs-CZ" sz="2300" b="1" noProof="0" dirty="0"/>
              <a:t>Vaše nálada, váš styl, vaše odměny. </a:t>
            </a:r>
            <a:br>
              <a:rPr lang="cs-CZ" sz="2300" b="1" noProof="0" dirty="0"/>
            </a:br>
            <a:r>
              <a:rPr lang="cs-CZ" sz="2300" b="1" noProof="0" dirty="0"/>
              <a:t>Přepněte režim kdykoliv – protože hra by se měla přizpůsobit vám, ne naopak.</a:t>
            </a:r>
            <a:endParaRPr lang="cs-CZ" sz="2300" noProof="0" dirty="0"/>
          </a:p>
        </p:txBody>
      </p:sp>
    </p:spTree>
    <p:extLst>
      <p:ext uri="{BB962C8B-B14F-4D97-AF65-F5344CB8AC3E}">
        <p14:creationId xmlns:p14="http://schemas.microsoft.com/office/powerpoint/2010/main" val="331169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8CCB-5197-A2D5-A673-BB5554F7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A151B8-54C9-7A5E-414C-1A14121CD68F}"/>
              </a:ext>
            </a:extLst>
          </p:cNvPr>
          <p:cNvSpPr/>
          <p:nvPr/>
        </p:nvSpPr>
        <p:spPr>
          <a:xfrm>
            <a:off x="0" y="0"/>
            <a:ext cx="6858000" cy="7753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E8EF2-ED8C-C86B-2002-725E0222609F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45212"/>
            <a:ext cx="6745705" cy="11850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4000" b="1" noProof="0" dirty="0"/>
              <a:t>Happy </a:t>
            </a:r>
            <a:r>
              <a:rPr lang="cs-CZ" sz="4000" b="1" noProof="0" dirty="0" err="1"/>
              <a:t>Hour</a:t>
            </a:r>
            <a:endParaRPr lang="cs-CZ" sz="4000" b="1" noProof="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2800" noProof="0" dirty="0"/>
              <a:t>Ten nejlepší čas hrát je právě teď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A2BCDCE-507B-6461-2DDB-CFFE60A73DFB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280158"/>
            <a:ext cx="6745705" cy="9343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200" noProof="0" dirty="0"/>
              <a:t>Ať už jde o globální událost nebo speciální odměnu jen pro vás, Happy </a:t>
            </a:r>
            <a:r>
              <a:rPr lang="cs-CZ" sz="2200" noProof="0" dirty="0" err="1"/>
              <a:t>Hour</a:t>
            </a:r>
            <a:r>
              <a:rPr lang="cs-CZ" sz="2200" noProof="0" dirty="0"/>
              <a:t> mění otázku „kdy“ na „proč ne teď“. Je to vzrušení z toho, že právě teď máte nejlepší šanci vyhrát – a očekávání, že další velký </a:t>
            </a:r>
            <a:r>
              <a:rPr lang="cs-CZ" sz="2200" noProof="0" dirty="0" err="1"/>
              <a:t>boost</a:t>
            </a:r>
            <a:r>
              <a:rPr lang="cs-CZ" sz="2200" noProof="0" dirty="0"/>
              <a:t> může přijít kdykoliv… právě pro vás.</a:t>
            </a:r>
          </a:p>
          <a:p>
            <a:r>
              <a:rPr lang="cs-CZ" sz="2200" noProof="0" dirty="0"/>
              <a:t>Happy </a:t>
            </a:r>
            <a:r>
              <a:rPr lang="cs-CZ" sz="2200" noProof="0" dirty="0" err="1"/>
              <a:t>Hour</a:t>
            </a:r>
            <a:r>
              <a:rPr lang="cs-CZ" sz="2200" noProof="0" dirty="0"/>
              <a:t> se stává dynamickým zážitkem tím, že se přizpůsobuje vašim návykům: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200" noProof="0" dirty="0"/>
              <a:t>Preferované herní časy: Pokud hrajete pravidelně </a:t>
            </a:r>
            <a:br>
              <a:rPr lang="cs-CZ" sz="2200" noProof="0" dirty="0"/>
            </a:br>
            <a:r>
              <a:rPr lang="cs-CZ" sz="2200" noProof="0" dirty="0"/>
              <a:t>v úterý večer, můžete dostat úterní Happy </a:t>
            </a:r>
            <a:r>
              <a:rPr lang="cs-CZ" sz="2200" noProof="0" dirty="0" err="1"/>
              <a:t>Hour</a:t>
            </a:r>
            <a:r>
              <a:rPr lang="cs-CZ" sz="2200" noProof="0" dirty="0"/>
              <a:t> </a:t>
            </a:r>
            <a:br>
              <a:rPr lang="cs-CZ" sz="2200" noProof="0" dirty="0"/>
            </a:br>
            <a:r>
              <a:rPr lang="cs-CZ" sz="2200" noProof="0" dirty="0"/>
              <a:t>od 19:00 do 21:00 – jen pro vás.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200" noProof="0" dirty="0"/>
              <a:t>Nepřetržitá zábava: Pokud hrajete často, hra pro vás vytvoří mini Happy </a:t>
            </a:r>
            <a:r>
              <a:rPr lang="cs-CZ" sz="2200" noProof="0" dirty="0" err="1"/>
              <a:t>Hours</a:t>
            </a:r>
            <a:r>
              <a:rPr lang="cs-CZ" sz="2200" noProof="0" dirty="0"/>
              <a:t> během vašich špiček.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200" noProof="0" dirty="0"/>
              <a:t>Vítejte zpět: Pokud nehrajete často, hra spustí „Chybíte nám“ Happy </a:t>
            </a:r>
            <a:r>
              <a:rPr lang="cs-CZ" sz="2200" noProof="0" dirty="0" err="1"/>
              <a:t>Hours</a:t>
            </a:r>
            <a:r>
              <a:rPr lang="cs-CZ" sz="2200" noProof="0" dirty="0"/>
              <a:t> v časech, kdy jste dříve hráli rádi – jako osobní pozvání k návratu.</a:t>
            </a:r>
          </a:p>
          <a:p>
            <a:r>
              <a:rPr lang="cs-CZ" sz="2200" noProof="0" dirty="0"/>
              <a:t>Happy </a:t>
            </a:r>
            <a:r>
              <a:rPr lang="cs-CZ" sz="2200" noProof="0" dirty="0" err="1"/>
              <a:t>Hour</a:t>
            </a:r>
            <a:r>
              <a:rPr lang="cs-CZ" sz="2200" noProof="0" dirty="0"/>
              <a:t> – Co získáte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200" noProof="0" dirty="0"/>
              <a:t>Volná zatočení na vybraných hrách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200" noProof="0" dirty="0"/>
              <a:t>Exkluzivní bonusová kola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200" noProof="0" dirty="0"/>
              <a:t>Zesílené výplatní násobitele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200" noProof="0" dirty="0"/>
              <a:t>Dvojnásobné / trojnásobné věrnostní body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200" noProof="0" dirty="0"/>
              <a:t>Přístup k funkcím s časově omezenou dostupností (např. Happy </a:t>
            </a:r>
            <a:r>
              <a:rPr lang="cs-CZ" sz="2200" noProof="0" dirty="0" err="1"/>
              <a:t>Hour</a:t>
            </a:r>
            <a:r>
              <a:rPr lang="cs-CZ" sz="2200" noProof="0" dirty="0"/>
              <a:t> Jackpot)</a:t>
            </a:r>
          </a:p>
          <a:p>
            <a:r>
              <a:rPr lang="cs-CZ" sz="2200" noProof="0" dirty="0"/>
              <a:t>Happy </a:t>
            </a:r>
            <a:r>
              <a:rPr lang="cs-CZ" sz="2200" noProof="0" dirty="0" err="1"/>
              <a:t>Hour</a:t>
            </a:r>
            <a:r>
              <a:rPr lang="cs-CZ" sz="2200" noProof="0" dirty="0"/>
              <a:t> proměňuje obyčejné okamžiky v napínavé příležitosti, protože vám nabízí časově omezené odměny, které odpovídají vašemu hernímu stylu.</a:t>
            </a:r>
          </a:p>
          <a:p>
            <a:r>
              <a:rPr lang="cs-CZ" sz="2200" b="1" noProof="0" dirty="0"/>
              <a:t>Není to jen o tom </a:t>
            </a:r>
            <a:r>
              <a:rPr lang="cs-CZ" sz="2200" b="1" i="1" noProof="0" dirty="0"/>
              <a:t>kdy</a:t>
            </a:r>
            <a:r>
              <a:rPr lang="cs-CZ" sz="2200" b="1" noProof="0" dirty="0"/>
              <a:t> hrajete – je to o tom, aby každý okamžik působil jako ten nejlepší čas na výhru.</a:t>
            </a:r>
          </a:p>
        </p:txBody>
      </p:sp>
    </p:spTree>
    <p:extLst>
      <p:ext uri="{BB962C8B-B14F-4D97-AF65-F5344CB8AC3E}">
        <p14:creationId xmlns:p14="http://schemas.microsoft.com/office/powerpoint/2010/main" val="362727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C9D83-AF0F-288B-8734-7B251A3B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2038E8-B0FC-7C6A-CB9A-F52C8A278766}"/>
              </a:ext>
            </a:extLst>
          </p:cNvPr>
          <p:cNvSpPr/>
          <p:nvPr/>
        </p:nvSpPr>
        <p:spPr>
          <a:xfrm>
            <a:off x="0" y="1"/>
            <a:ext cx="6858000" cy="6166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D7F67-0976-25AE-2FDE-6565521DF73F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48128"/>
            <a:ext cx="6745706" cy="9678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3000" b="1" noProof="0" dirty="0"/>
              <a:t>1 Bet-</a:t>
            </a:r>
            <a:r>
              <a:rPr lang="cs-CZ" sz="3000" b="1" noProof="0" dirty="0" err="1"/>
              <a:t>Volume</a:t>
            </a:r>
            <a:r>
              <a:rPr lang="cs-CZ" sz="3000" b="1" noProof="0" dirty="0"/>
              <a:t> </a:t>
            </a:r>
            <a:r>
              <a:rPr lang="cs-CZ" sz="3000" b="1" noProof="0" dirty="0" err="1"/>
              <a:t>Must-Win</a:t>
            </a:r>
            <a:r>
              <a:rPr lang="cs-CZ" sz="3000" b="1" noProof="0" dirty="0"/>
              <a:t> </a:t>
            </a:r>
            <a:r>
              <a:rPr lang="cs-CZ" sz="3000" b="1" noProof="0" dirty="0" err="1"/>
              <a:t>Jackpots</a:t>
            </a:r>
            <a:endParaRPr lang="cs-CZ" sz="3000" b="1" noProof="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2600" noProof="0" dirty="0"/>
              <a:t>Hra načasovaného vzrušení a zaručených výher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86070E-ACDC-9002-4184-53721A4E4475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101561"/>
            <a:ext cx="6745705" cy="9698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cs-CZ" sz="2300" noProof="0" dirty="0"/>
              <a:t>Ve světě online her není nic napínavějšího než vědomí, že jackpot musí padnout — dnes, nebo dokonce během této hodiny.</a:t>
            </a:r>
          </a:p>
          <a:p>
            <a:pPr>
              <a:spcBef>
                <a:spcPts val="600"/>
              </a:spcBef>
            </a:pPr>
            <a:r>
              <a:rPr lang="cs-CZ" sz="2300" noProof="0" dirty="0"/>
              <a:t>To je elektrizující princip </a:t>
            </a:r>
            <a:r>
              <a:rPr lang="cs-CZ" sz="2300" noProof="0" dirty="0" err="1"/>
              <a:t>Must-Win</a:t>
            </a:r>
            <a:r>
              <a:rPr lang="cs-CZ" sz="2300" noProof="0" dirty="0"/>
              <a:t> Jackpotů: dynamický zážitek, kde výhra není jen možná</a:t>
            </a:r>
            <a:r>
              <a:rPr lang="cs-CZ" sz="2000" noProof="0" dirty="0"/>
              <a:t> </a:t>
            </a:r>
            <a:r>
              <a:rPr lang="cs-CZ" sz="2300" noProof="0" dirty="0"/>
              <a:t>— </a:t>
            </a:r>
            <a:br>
              <a:rPr lang="cs-CZ" sz="2300" noProof="0" dirty="0"/>
            </a:br>
            <a:r>
              <a:rPr lang="cs-CZ" sz="2300" noProof="0" dirty="0"/>
              <a:t>je zaručená. Jediná otázka zní: kdo ji získá a kdy?</a:t>
            </a:r>
          </a:p>
          <a:p>
            <a:pPr>
              <a:spcBef>
                <a:spcPts val="1800"/>
              </a:spcBef>
            </a:pPr>
            <a:r>
              <a:rPr lang="cs-CZ" sz="2300" noProof="0" dirty="0"/>
              <a:t>Jak vyhrát velké částky</a:t>
            </a:r>
          </a:p>
          <a:p>
            <a:pPr>
              <a:spcBef>
                <a:spcPts val="600"/>
              </a:spcBef>
            </a:pPr>
            <a:r>
              <a:rPr lang="cs-CZ" sz="2300" noProof="0" dirty="0"/>
              <a:t>Jackpoty založené na objemu sázek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Vzrušení z postupujícího měřítka: Sázky všech hráčů přispívají do viditelného ukazatele jackpotu. Jakmile se naplní, jackpot musí padnout.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Sdílené napětí: Všichni vidí, jak se měřítko blíží cíli. Každá sázka posunuje výhru blíž a vytváří kolektivní napětí.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Finální sprint: Jakmile je měřítko téměř plné, aktivita hráčů prudce roste. Každý chce mít šanci předtím, než jackpot „vybuchne“.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300" noProof="0" dirty="0"/>
              <a:t>Různé úrovně jackpotu: Hodinové, denní i týdenní </a:t>
            </a:r>
            <a:r>
              <a:rPr lang="cs-CZ" sz="2300" noProof="0" dirty="0" err="1"/>
              <a:t>Must-Win</a:t>
            </a:r>
            <a:r>
              <a:rPr lang="cs-CZ" sz="2300" noProof="0" dirty="0"/>
              <a:t> Jackpoty — vždy je nějaký těsně před prasknutím.</a:t>
            </a:r>
          </a:p>
          <a:p>
            <a:pPr>
              <a:spcBef>
                <a:spcPts val="600"/>
              </a:spcBef>
            </a:pPr>
            <a:r>
              <a:rPr lang="cs-CZ" sz="2300" noProof="0" dirty="0"/>
              <a:t>Díky různým časovým rámcům je vždy nějaký jackpot připravený padnout.</a:t>
            </a:r>
          </a:p>
          <a:p>
            <a:pPr>
              <a:spcBef>
                <a:spcPts val="600"/>
              </a:spcBef>
            </a:pPr>
            <a:r>
              <a:rPr lang="cs-CZ" sz="2300" noProof="0" dirty="0"/>
              <a:t>Není to jen hra — je to závod s časem, dechberoucí hon, kde každé otočení rozhoduje, a vzrušení z toho, že výhra padne každou chvíli, nutí hráče se vracet.</a:t>
            </a:r>
          </a:p>
          <a:p>
            <a:pPr>
              <a:spcBef>
                <a:spcPts val="600"/>
              </a:spcBef>
            </a:pPr>
            <a:r>
              <a:rPr lang="cs-CZ" sz="2300" b="1" noProof="0" dirty="0"/>
              <a:t>Odpočet běží. Jackpot roste.</a:t>
            </a:r>
            <a:br>
              <a:rPr lang="cs-CZ" sz="2300" b="1" noProof="0" dirty="0"/>
            </a:br>
            <a:r>
              <a:rPr lang="cs-CZ" sz="2300" b="1" noProof="0" dirty="0"/>
              <a:t>Otázka je — budeš to ty?</a:t>
            </a:r>
            <a:endParaRPr lang="cs-CZ" sz="2300" noProof="0" dirty="0"/>
          </a:p>
        </p:txBody>
      </p:sp>
    </p:spTree>
    <p:extLst>
      <p:ext uri="{BB962C8B-B14F-4D97-AF65-F5344CB8AC3E}">
        <p14:creationId xmlns:p14="http://schemas.microsoft.com/office/powerpoint/2010/main" val="2915784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5D31-DACA-67AB-56FA-2B090537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E93D70-D77B-727A-1224-51AB418E2790}"/>
              </a:ext>
            </a:extLst>
          </p:cNvPr>
          <p:cNvSpPr/>
          <p:nvPr/>
        </p:nvSpPr>
        <p:spPr>
          <a:xfrm>
            <a:off x="0" y="1"/>
            <a:ext cx="6858000" cy="567069"/>
          </a:xfrm>
          <a:prstGeom prst="rect">
            <a:avLst/>
          </a:prstGeom>
          <a:solidFill>
            <a:srgbClr val="F6D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DCFC224-B5FE-A3CB-0F53-056DADCA4A3A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194693"/>
            <a:ext cx="6745705" cy="9577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cs-CZ" sz="2400" noProof="0" dirty="0"/>
              <a:t>Ve světě online her není nic napínavějšího než vědět, že jackpot musí padnout — dnes, nebo dokonce během této hodiny.</a:t>
            </a:r>
          </a:p>
          <a:p>
            <a:pPr>
              <a:spcBef>
                <a:spcPts val="600"/>
              </a:spcBef>
            </a:pPr>
            <a:r>
              <a:rPr lang="cs-CZ" sz="2400" noProof="0" dirty="0"/>
              <a:t>To je elektrizující základ </a:t>
            </a:r>
            <a:r>
              <a:rPr lang="cs-CZ" sz="2400" noProof="0" dirty="0" err="1"/>
              <a:t>Must-Win</a:t>
            </a:r>
            <a:r>
              <a:rPr lang="cs-CZ" sz="2400" noProof="0" dirty="0"/>
              <a:t> Jackpotů: dynamický zážitek, kde výhra není jen možná — </a:t>
            </a:r>
            <a:br>
              <a:rPr lang="cs-CZ" sz="2400" noProof="0" dirty="0"/>
            </a:br>
            <a:r>
              <a:rPr lang="cs-CZ" sz="2400" noProof="0" dirty="0"/>
              <a:t>je zaručená. Jediná otázka zní: kdo ji získá a kdy?</a:t>
            </a:r>
          </a:p>
          <a:p>
            <a:pPr>
              <a:spcBef>
                <a:spcPts val="1800"/>
              </a:spcBef>
            </a:pPr>
            <a:r>
              <a:rPr lang="cs-CZ" sz="2400" noProof="0" dirty="0"/>
              <a:t>Jak vyhrát velké částky</a:t>
            </a:r>
          </a:p>
          <a:p>
            <a:pPr>
              <a:spcBef>
                <a:spcPts val="600"/>
              </a:spcBef>
            </a:pPr>
            <a:r>
              <a:rPr lang="cs-CZ" sz="2400" noProof="0" dirty="0"/>
              <a:t>Časově omezené jackpoty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400" noProof="0" dirty="0"/>
              <a:t>Vzrušení řízené termínem: Jackpot je zaručeně vyplacen do konkrétního času — ať už dnes </a:t>
            </a:r>
            <a:br>
              <a:rPr lang="cs-CZ" sz="2400" noProof="0" dirty="0"/>
            </a:br>
            <a:r>
              <a:rPr lang="cs-CZ" sz="2400" noProof="0" dirty="0"/>
              <a:t>o půlnoci, v pátek ve 20:00, nebo každou hodinu.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400" noProof="0" dirty="0"/>
              <a:t>Odpočítávání: Živý časovač ve hře odpočítává sekundy a stupňuje napětí.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400" noProof="0" dirty="0"/>
              <a:t>„Šílenství na poslední chvíli“: Když se čas blíží nule, hráči se vrhají do hry, aby si zajistili poslední otočku.</a:t>
            </a:r>
          </a:p>
          <a:p>
            <a:pPr>
              <a:spcBef>
                <a:spcPts val="600"/>
              </a:spcBef>
            </a:pPr>
            <a:r>
              <a:rPr lang="cs-CZ" sz="2400" noProof="0" dirty="0"/>
              <a:t>Není to jen hra — je to závod s časem, napínavé pronásledování, kde každé otočení rozhoduje.</a:t>
            </a:r>
          </a:p>
          <a:p>
            <a:pPr>
              <a:spcBef>
                <a:spcPts val="600"/>
              </a:spcBef>
            </a:pPr>
            <a:r>
              <a:rPr lang="cs-CZ" sz="2400" noProof="0" dirty="0"/>
              <a:t>A to vědomí, že jackpot padne každou chvíli, hráče neustále přitahuje zpět.</a:t>
            </a:r>
          </a:p>
          <a:p>
            <a:pPr>
              <a:spcBef>
                <a:spcPts val="600"/>
              </a:spcBef>
            </a:pPr>
            <a:endParaRPr lang="cs-CZ" sz="2400" b="1" noProof="0" dirty="0"/>
          </a:p>
          <a:p>
            <a:pPr>
              <a:spcBef>
                <a:spcPts val="600"/>
              </a:spcBef>
            </a:pPr>
            <a:r>
              <a:rPr lang="cs-CZ" sz="2400" b="1" noProof="0" dirty="0"/>
              <a:t>Odpočet běží. Jackpot roste.</a:t>
            </a:r>
            <a:br>
              <a:rPr lang="cs-CZ" sz="2400" b="1" noProof="0" dirty="0"/>
            </a:br>
            <a:r>
              <a:rPr lang="cs-CZ" sz="2400" b="1" noProof="0" dirty="0"/>
              <a:t>Otázka je — budeš to ty?</a:t>
            </a:r>
            <a:endParaRPr lang="cs-CZ" sz="2400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9E4CC0-ACFB-0731-3818-6DFD835B62ED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48128"/>
            <a:ext cx="6745706" cy="96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3000" b="1" noProof="0" dirty="0"/>
              <a:t>Time-</a:t>
            </a:r>
            <a:r>
              <a:rPr lang="cs-CZ" sz="3000" b="1" noProof="0" dirty="0" err="1"/>
              <a:t>Locked</a:t>
            </a:r>
            <a:r>
              <a:rPr lang="cs-CZ" sz="3000" b="1" noProof="0" dirty="0"/>
              <a:t> </a:t>
            </a:r>
            <a:r>
              <a:rPr lang="cs-CZ" sz="3000" b="1" noProof="0" dirty="0" err="1"/>
              <a:t>Must-Win</a:t>
            </a:r>
            <a:r>
              <a:rPr lang="cs-CZ" sz="3000" b="1" noProof="0" dirty="0"/>
              <a:t> </a:t>
            </a:r>
            <a:r>
              <a:rPr lang="cs-CZ" sz="3000" b="1" noProof="0"/>
              <a:t>Jackpots</a:t>
            </a:r>
            <a:endParaRPr lang="cs-CZ" sz="3000" b="1" noProof="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2600" noProof="0" dirty="0"/>
              <a:t>Hra načasovaného vzrušení a zaručených výher</a:t>
            </a:r>
          </a:p>
        </p:txBody>
      </p:sp>
    </p:spTree>
    <p:extLst>
      <p:ext uri="{BB962C8B-B14F-4D97-AF65-F5344CB8AC3E}">
        <p14:creationId xmlns:p14="http://schemas.microsoft.com/office/powerpoint/2010/main" val="28492054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486</TotalTime>
  <Words>1052</Words>
  <Application>Microsoft Office PowerPoint</Application>
  <PresentationFormat>Custom</PresentationFormat>
  <Paragraphs>67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22</cp:revision>
  <dcterms:created xsi:type="dcterms:W3CDTF">2022-11-09T07:36:23Z</dcterms:created>
  <dcterms:modified xsi:type="dcterms:W3CDTF">2025-12-16T08:53:36Z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