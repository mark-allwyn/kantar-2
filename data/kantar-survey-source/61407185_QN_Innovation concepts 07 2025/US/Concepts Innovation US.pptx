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0" r:id="rId3"/>
    <p:sldId id="271" r:id="rId4"/>
    <p:sldId id="272" r:id="rId5"/>
    <p:sldId id="273" r:id="rId6"/>
    <p:sldId id="269" r:id="rId7"/>
    <p:sldId id="274" r:id="rId8"/>
    <p:sldId id="275" r:id="rId9"/>
  </p:sldIdLst>
  <p:sldSz cx="6858000" cy="1079976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Play for Fun, Win for Good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Game On</a:t>
            </a:r>
            <a:r>
              <a:rPr lang="en-US" sz="2100" dirty="0">
                <a:solidFill>
                  <a:prstClr val="black"/>
                </a:solidFill>
              </a:rPr>
              <a:t> transforms everyday gameplay into something bigger. Every time you enter a game, a portion of your entry fee goes directly to a cause you care about — whether that’s uplifting local communities, addressing national issues, or supporting global initiatives.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b="1" dirty="0">
                <a:solidFill>
                  <a:prstClr val="black"/>
                </a:solidFill>
              </a:rPr>
              <a:t>You choose the cause. You create the impact.</a:t>
            </a:r>
            <a:endParaRPr lang="en-US" sz="21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Each day brings a fresh game — from adrenaline-pumping races to mind-bending word puzzles — ensuring a fair chance for everyone to win, no matter your skillset.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Stay consistent, rise up the leaderboard, and unlock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your path to exclusive rewards.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Your gameplay brings real-world impact and gets you closer to unforgettable experiences, such as: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🎤 VIP concert access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⚽ Front-row seats to your team’s season finale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✈️ A dream escape to Italy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The more you play, the more chances you have to win big — and give back.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Game On</a:t>
            </a:r>
            <a:r>
              <a:rPr lang="en-US" sz="2100" dirty="0">
                <a:solidFill>
                  <a:prstClr val="black"/>
                </a:solidFill>
              </a:rPr>
              <a:t> isn’t just another game — it’s your daily opportunity to: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✅ Enjoy games you love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✅ Support causes you believe in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✅ Win once-in-a-lifetime rewards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Play. Give Back. Win Big.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Because this is more than just a game —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it’s your chance to make a difference.</a:t>
            </a:r>
            <a:endParaRPr lang="cs-CZ" sz="2100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563DA-1C0B-4F88-46FD-C1FACC43AA0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3B1B-2DFA-6AB9-6FA4-2611728F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687E-A707-B537-1BD3-E5BF0111A4BD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Real World. Real Rewards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 err="1">
                <a:solidFill>
                  <a:prstClr val="black"/>
                </a:solidFill>
              </a:rPr>
              <a:t>Drop’d</a:t>
            </a:r>
            <a:r>
              <a:rPr lang="en-US" sz="2200" dirty="0">
                <a:solidFill>
                  <a:prstClr val="black"/>
                </a:solidFill>
              </a:rPr>
              <a:t> transforms your city into a live game, where exclusive prize drops appear in real time — and vanish just as fast.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Team up with friends and race to get to the drop before someone else gets there first.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GB" sz="2200" dirty="0">
                <a:solidFill>
                  <a:prstClr val="black"/>
                </a:solidFill>
              </a:rPr>
              <a:t> </a:t>
            </a:r>
            <a:r>
              <a:rPr lang="en-US" sz="2200" b="1" dirty="0">
                <a:solidFill>
                  <a:prstClr val="black"/>
                </a:solidFill>
              </a:rPr>
              <a:t>How It Works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📡 </a:t>
            </a:r>
            <a:r>
              <a:rPr lang="en-US" sz="2200" b="1" dirty="0">
                <a:solidFill>
                  <a:prstClr val="black"/>
                </a:solidFill>
              </a:rPr>
              <a:t>Live Drops</a:t>
            </a:r>
            <a:r>
              <a:rPr lang="en-US" sz="2200" dirty="0">
                <a:solidFill>
                  <a:prstClr val="black"/>
                </a:solidFill>
              </a:rPr>
              <a:t>: New prizes drop in real-world locations</a:t>
            </a:r>
            <a:br>
              <a:rPr lang="cs-CZ" sz="2200" dirty="0">
                <a:solidFill>
                  <a:prstClr val="black"/>
                </a:solidFill>
              </a:rPr>
            </a:b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near you.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🏃‍♂️ </a:t>
            </a:r>
            <a:r>
              <a:rPr lang="en-US" sz="2200" b="1" dirty="0">
                <a:solidFill>
                  <a:prstClr val="black"/>
                </a:solidFill>
              </a:rPr>
              <a:t>Act Fast</a:t>
            </a:r>
            <a:r>
              <a:rPr lang="en-US" sz="2200" dirty="0">
                <a:solidFill>
                  <a:prstClr val="black"/>
                </a:solidFill>
              </a:rPr>
              <a:t>: Each drop is time-limited — don’t snooze</a:t>
            </a:r>
            <a:endParaRPr lang="cs-CZ" sz="22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or you’ll lose.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🤝 </a:t>
            </a:r>
            <a:r>
              <a:rPr lang="en-US" sz="2200" b="1" dirty="0">
                <a:solidFill>
                  <a:prstClr val="black"/>
                </a:solidFill>
              </a:rPr>
              <a:t>Team Up</a:t>
            </a:r>
            <a:r>
              <a:rPr lang="en-US" sz="2200" dirty="0">
                <a:solidFill>
                  <a:prstClr val="black"/>
                </a:solidFill>
              </a:rPr>
              <a:t>: Bring friends to complete challenges</a:t>
            </a:r>
            <a:endParaRPr lang="cs-CZ" sz="22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quicker and share the spoils.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Whether you're heading to class, chilling downtown,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or just out exploring, </a:t>
            </a:r>
            <a:r>
              <a:rPr lang="en-US" sz="2200" dirty="0" err="1">
                <a:solidFill>
                  <a:prstClr val="black"/>
                </a:solidFill>
              </a:rPr>
              <a:t>Drop’d</a:t>
            </a:r>
            <a:r>
              <a:rPr lang="en-US" sz="2200" dirty="0">
                <a:solidFill>
                  <a:prstClr val="black"/>
                </a:solidFill>
              </a:rPr>
              <a:t> rewards you for getting outside and staying sharp.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Every drop could score you something epic such as: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🎤 Backstage passes to Kendrick Lamar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🎫 Ticketmaster vouchers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🎧 6-month Apple Music subscriptions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Some prizes are easy wins. Others are hidden behind multi-step challenges — beat the clock and claim top rewards.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 err="1">
                <a:solidFill>
                  <a:prstClr val="black"/>
                </a:solidFill>
              </a:rPr>
              <a:t>Drop’d</a:t>
            </a:r>
            <a:r>
              <a:rPr lang="en-US" sz="2200" b="1" dirty="0">
                <a:solidFill>
                  <a:prstClr val="black"/>
                </a:solidFill>
              </a:rPr>
              <a:t> brings adventure to your everyday. </a:t>
            </a:r>
            <a:br>
              <a:rPr lang="en-US" sz="2200" b="1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It’s not just a game — it’s a lifestyle.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CD695-76F3-7A3F-BE4B-0FDF1F708F8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en-GB" sz="4000" b="1" dirty="0" err="1">
                <a:solidFill>
                  <a:prstClr val="black"/>
                </a:solidFill>
              </a:rPr>
              <a:t>Drop’d</a:t>
            </a:r>
            <a:endParaRPr lang="en-US" sz="4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3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7731-36D1-386B-FA4E-811DCF51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F886-F720-2939-EB31-3C699DFD8CB6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Show Up. Show Off. Win Big.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the challenge arena where fun meets fame. Jump into trending challenges, post your video response, and rise to the top — or kick back, vote, and enjoy the chaos.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Whether you're a fearless daredevil, creative genius, or just here for the laughs,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where it all goes down.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🔥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Scroll &amp; Discover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Your personalized feed is packed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with challenges — from hilarious dares to creative</a:t>
            </a:r>
            <a:br>
              <a:rPr kumimoji="0" lang="cs-CZ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s-CZ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stunts.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📲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Record &amp; Share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Film your own TikTok-style response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and come back to see other people’s attempts.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🗳️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Vote &amp; Climb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Cheer for your favorites and watch the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leaderboard come alive.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Win Fame. Win Prizes.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Every challenge comes with a shot at glory — and real rewards.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🏅 Be crowned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Judges’ Pick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or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People’s Champion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🎁 Score epic prizes during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Live Prize Shows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📈 Go viral yourself or pick your favorite creators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Have a wild challenge idea? Drop it into the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universe and see who takes it on. You could spark the next viral wave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Get in the game. Get noticed. Get rewarded.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your stage — how you use it is up to you.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E528D-E431-AD8D-63FB-CA2A9589DC38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en-GB" sz="4000" b="1" dirty="0" err="1">
                <a:solidFill>
                  <a:prstClr val="black"/>
                </a:solidFill>
              </a:rPr>
              <a:t>RealPlay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76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9F7-1473-C7C6-27C7-201B9ED1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C14BD-1E96-3F4E-57E8-07A4E6B661CB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Dream it. Plan it. Do it. Together.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Make your dream life feel less like a </a:t>
            </a:r>
            <a:r>
              <a:rPr lang="en-US" sz="2100" i="1" dirty="0">
                <a:solidFill>
                  <a:prstClr val="black"/>
                </a:solidFill>
              </a:rPr>
              <a:t>“someday”</a:t>
            </a:r>
            <a:r>
              <a:rPr lang="en-US" sz="2100" dirty="0">
                <a:solidFill>
                  <a:prstClr val="black"/>
                </a:solidFill>
              </a:rPr>
              <a:t> and more like </a:t>
            </a:r>
            <a:r>
              <a:rPr lang="en-US" sz="2100" i="1" dirty="0">
                <a:solidFill>
                  <a:prstClr val="black"/>
                </a:solidFill>
              </a:rPr>
              <a:t>right now</a:t>
            </a:r>
            <a:r>
              <a:rPr lang="en-US" sz="2100" dirty="0">
                <a:solidFill>
                  <a:prstClr val="black"/>
                </a:solidFill>
              </a:rPr>
              <a:t>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Whether you want to launch a side hustle, learn a new skill, or travel the world —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 helps turn your dream into action, with practical and community support every step of the way.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From Vision to Action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Just share your dream — big or small — and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 helps you: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✨ Visualize what’s possible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🧩 Break it into simple, achievable steps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🚀 Find your dream communities 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No more overwhelm. Just a clear path forward.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GB" sz="2100" dirty="0">
                <a:solidFill>
                  <a:prstClr val="black"/>
                </a:solidFill>
              </a:rPr>
              <a:t> </a:t>
            </a:r>
            <a:r>
              <a:rPr lang="en-US" sz="2100" dirty="0">
                <a:solidFill>
                  <a:prstClr val="black"/>
                </a:solidFill>
              </a:rPr>
              <a:t>With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, you get support every step of the way: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💡 </a:t>
            </a:r>
            <a:r>
              <a:rPr lang="en-US" sz="2100" b="1" dirty="0">
                <a:solidFill>
                  <a:prstClr val="black"/>
                </a:solidFill>
              </a:rPr>
              <a:t>Personalized guidance</a:t>
            </a:r>
            <a:r>
              <a:rPr lang="en-US" sz="2100" dirty="0">
                <a:solidFill>
                  <a:prstClr val="black"/>
                </a:solidFill>
              </a:rPr>
              <a:t> tailored to your goal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🤗 </a:t>
            </a:r>
            <a:r>
              <a:rPr lang="en-US" sz="2100" b="1" dirty="0">
                <a:solidFill>
                  <a:prstClr val="black"/>
                </a:solidFill>
              </a:rPr>
              <a:t>Community help</a:t>
            </a:r>
            <a:r>
              <a:rPr lang="en-US" sz="2100" dirty="0">
                <a:solidFill>
                  <a:prstClr val="black"/>
                </a:solidFill>
              </a:rPr>
              <a:t> when you need guidance or</a:t>
            </a:r>
            <a:endParaRPr lang="cs-CZ" sz="21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lang="en-US" sz="2100" dirty="0">
                <a:solidFill>
                  <a:prstClr val="black"/>
                </a:solidFill>
              </a:rPr>
              <a:t>motivation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🔄 </a:t>
            </a:r>
            <a:r>
              <a:rPr lang="en-US" sz="2100" b="1" dirty="0">
                <a:solidFill>
                  <a:prstClr val="black"/>
                </a:solidFill>
              </a:rPr>
              <a:t>Track your progress</a:t>
            </a:r>
            <a:r>
              <a:rPr lang="en-US" sz="2100" dirty="0">
                <a:solidFill>
                  <a:prstClr val="black"/>
                </a:solidFill>
              </a:rPr>
              <a:t> and share your journey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🎁 </a:t>
            </a:r>
            <a:r>
              <a:rPr lang="en-US" sz="2100" b="1" dirty="0">
                <a:solidFill>
                  <a:prstClr val="black"/>
                </a:solidFill>
              </a:rPr>
              <a:t>Monthly Dream Draws</a:t>
            </a:r>
            <a:r>
              <a:rPr lang="en-US" sz="2100" dirty="0">
                <a:solidFill>
                  <a:prstClr val="black"/>
                </a:solidFill>
              </a:rPr>
              <a:t> that bring real dreams to life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Whether you're seeking advice or sharing your wins, Someday is where dreamers come to make it happen — together.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This is where your dream gets real.</a:t>
            </a:r>
            <a:br>
              <a:rPr lang="en-US" sz="2100" b="1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Let’s build the life you’ve been waiting for —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one step at a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EEC25-8C16-ED16-D071-1E67D2903D99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Someday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15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C296-E94E-408A-393E-DA4947BC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349A8-4909-7485-55CF-8C22F400031C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Goals Feel Better Together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Team Sync</a:t>
            </a:r>
            <a:r>
              <a:rPr lang="en-US" sz="2300" dirty="0">
                <a:solidFill>
                  <a:prstClr val="black"/>
                </a:solidFill>
              </a:rPr>
              <a:t> helps you set meaningful goals and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stick to them. Whether you’re training for a marathon, saving for a dream trip, or building new habits, go solo or team up with your friends for shared motivation.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Stay on track, hold each other accountable, and celebrate every milestone — because success feels even better when it’s a team win.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How It Works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📝 </a:t>
            </a:r>
            <a:r>
              <a:rPr lang="en-US" sz="2300" b="1" dirty="0">
                <a:solidFill>
                  <a:prstClr val="black"/>
                </a:solidFill>
              </a:rPr>
              <a:t>Set your goals</a:t>
            </a:r>
            <a:r>
              <a:rPr lang="en-US" sz="2300" dirty="0">
                <a:solidFill>
                  <a:prstClr val="black"/>
                </a:solidFill>
              </a:rPr>
              <a:t>: Choose what matters to you — personal or group-based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👯‍♀️ </a:t>
            </a:r>
            <a:r>
              <a:rPr lang="en-US" sz="2300" b="1" dirty="0">
                <a:solidFill>
                  <a:prstClr val="black"/>
                </a:solidFill>
              </a:rPr>
              <a:t>Team up</a:t>
            </a:r>
            <a:r>
              <a:rPr lang="en-US" sz="2300" dirty="0">
                <a:solidFill>
                  <a:prstClr val="black"/>
                </a:solidFill>
              </a:rPr>
              <a:t>: Invite others with the same goal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to work together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✅ </a:t>
            </a:r>
            <a:r>
              <a:rPr lang="en-US" sz="2300" b="1" dirty="0">
                <a:solidFill>
                  <a:prstClr val="black"/>
                </a:solidFill>
              </a:rPr>
              <a:t>Track &amp; verify</a:t>
            </a:r>
            <a:r>
              <a:rPr lang="en-US" sz="2300" dirty="0">
                <a:solidFill>
                  <a:prstClr val="black"/>
                </a:solidFill>
              </a:rPr>
              <a:t>: Share updates, complete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check-ins, and stay honest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Every milestone unlocks a new reward — something fun to keep you moving forward.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Not feeling the prize? Spin the reward wheel and take a chance on something surprising.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With real accountability, group energy, and a dash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of unpredictability, </a:t>
            </a:r>
            <a:r>
              <a:rPr lang="en-US" sz="2300" b="1" dirty="0">
                <a:solidFill>
                  <a:prstClr val="black"/>
                </a:solidFill>
              </a:rPr>
              <a:t>Team Sync</a:t>
            </a:r>
            <a:r>
              <a:rPr lang="en-US" sz="2300" dirty="0">
                <a:solidFill>
                  <a:prstClr val="black"/>
                </a:solidFill>
              </a:rPr>
              <a:t> makes goal-setting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and goal-achieving more rewarding than ever.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Sync Up. Show Up. Level Up.</a:t>
            </a:r>
            <a:br>
              <a:rPr lang="en-US" sz="2300" b="1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Because when progress is shared, staying committed gets easier — and a lot more fun.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A13E0-B852-6C86-CC5A-9A78F995218F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Team Sync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428B-81C1-8521-C7D8-E0E53627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DEDC4-2EE4-09EC-A48C-E7835A993A33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Doing Good Comes Back Around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With </a:t>
            </a:r>
            <a:r>
              <a:rPr lang="en-US" sz="2400" b="1" dirty="0">
                <a:solidFill>
                  <a:prstClr val="black"/>
                </a:solidFill>
              </a:rPr>
              <a:t>Karma</a:t>
            </a:r>
            <a:r>
              <a:rPr lang="en-US" sz="2400" dirty="0">
                <a:solidFill>
                  <a:prstClr val="black"/>
                </a:solidFill>
              </a:rPr>
              <a:t>, every good deed creates a ripple. Whether you're volunteering locally or supporting global causes from home, Karma helps you take meaningful action — and feel the impact.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Pick what matters to you, show up, and give back — no act is too small when it’s done with purpose.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b="1" dirty="0">
                <a:solidFill>
                  <a:prstClr val="black"/>
                </a:solidFill>
              </a:rPr>
              <a:t>Make It Count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Every time your contribution is verified, you earn </a:t>
            </a:r>
            <a:r>
              <a:rPr lang="en-US" sz="2400" b="1" dirty="0">
                <a:solidFill>
                  <a:prstClr val="black"/>
                </a:solidFill>
              </a:rPr>
              <a:t>Karma Points</a:t>
            </a:r>
            <a:r>
              <a:rPr lang="en-US" sz="2400" dirty="0">
                <a:solidFill>
                  <a:prstClr val="black"/>
                </a:solidFill>
              </a:rPr>
              <a:t> — proof of your impact in the world.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Use your points to enter exclusive prize draws, where you could win: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🌍 Big-ticket experiences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🎁 Everyday rewards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💫 Feel-good surprises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And even if you don’t win? You still walk away knowing you made a difference. That’s the true reward.</a:t>
            </a:r>
            <a:endParaRPr lang="en-US" sz="24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With </a:t>
            </a:r>
            <a:r>
              <a:rPr lang="en-US" sz="2400" b="1" dirty="0">
                <a:solidFill>
                  <a:prstClr val="black"/>
                </a:solidFill>
              </a:rPr>
              <a:t>Karma</a:t>
            </a:r>
            <a:r>
              <a:rPr lang="en-US" sz="2400" dirty="0">
                <a:solidFill>
                  <a:prstClr val="black"/>
                </a:solidFill>
              </a:rPr>
              <a:t>, giving back is always a win-win: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🙌 For you.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🌎 For the world.</a:t>
            </a:r>
            <a:endParaRPr lang="en-US" sz="24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Karma connects action to impact — 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and makes doing good feel even better.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3E1E2-6B7F-0798-B1C5-BAF010B82047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Karma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8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B272-DEDB-04E8-783C-605B2F8D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14BFE-9F66-3346-44D0-1ABD3319D1EE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A little magic, every day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is your daily dose of cosmic curiosity — blending ancient wisdom with modern vibes.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Whether you're deep into astrology, a tarot newbie,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or just love a bit of mystery, this is your pocket-sized portal to the unexpected.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Each day, unlock a fresh fortune that’s equal parts insight and inspiration.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What’s Inside the Magic?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🪐 </a:t>
            </a:r>
            <a:r>
              <a:rPr lang="en-US" sz="2300" b="1" dirty="0">
                <a:solidFill>
                  <a:prstClr val="black"/>
                </a:solidFill>
              </a:rPr>
              <a:t>Zodiac guidance</a:t>
            </a:r>
            <a:r>
              <a:rPr lang="en-US" sz="2300" dirty="0">
                <a:solidFill>
                  <a:prstClr val="black"/>
                </a:solidFill>
              </a:rPr>
              <a:t> based on your star sign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🃏 </a:t>
            </a:r>
            <a:r>
              <a:rPr lang="en-US" sz="2300" b="1" dirty="0">
                <a:solidFill>
                  <a:prstClr val="black"/>
                </a:solidFill>
              </a:rPr>
              <a:t>Tarot card pulls</a:t>
            </a:r>
            <a:r>
              <a:rPr lang="en-US" sz="2300" dirty="0">
                <a:solidFill>
                  <a:prstClr val="black"/>
                </a:solidFill>
              </a:rPr>
              <a:t> for cosmic clarity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🎱 </a:t>
            </a:r>
            <a:r>
              <a:rPr lang="en-US" sz="2300" b="1" dirty="0">
                <a:solidFill>
                  <a:prstClr val="black"/>
                </a:solidFill>
              </a:rPr>
              <a:t>Magic 8 Ball answers</a:t>
            </a:r>
            <a:r>
              <a:rPr lang="en-US" sz="2300" dirty="0">
                <a:solidFill>
                  <a:prstClr val="black"/>
                </a:solidFill>
              </a:rPr>
              <a:t> to life’s big (and small)</a:t>
            </a:r>
            <a:br>
              <a:rPr lang="cs-CZ" sz="2300" dirty="0">
                <a:solidFill>
                  <a:prstClr val="black"/>
                </a:solidFill>
              </a:rPr>
            </a:br>
            <a:r>
              <a:rPr lang="cs-CZ" sz="2300" dirty="0">
                <a:solidFill>
                  <a:prstClr val="black"/>
                </a:solidFill>
              </a:rPr>
              <a:t>       </a:t>
            </a:r>
            <a:r>
              <a:rPr lang="en-US" sz="2300" dirty="0">
                <a:solidFill>
                  <a:prstClr val="black"/>
                </a:solidFill>
              </a:rPr>
              <a:t>questions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🎁 Plus… surprise </a:t>
            </a:r>
            <a:r>
              <a:rPr lang="en-US" sz="2300" b="1" dirty="0">
                <a:solidFill>
                  <a:prstClr val="black"/>
                </a:solidFill>
              </a:rPr>
              <a:t>real-world rewards</a:t>
            </a:r>
            <a:r>
              <a:rPr lang="en-US" sz="2300" dirty="0">
                <a:solidFill>
                  <a:prstClr val="black"/>
                </a:solidFill>
              </a:rPr>
              <a:t> when the stars</a:t>
            </a:r>
            <a:br>
              <a:rPr lang="cs-CZ" sz="2300" dirty="0">
                <a:solidFill>
                  <a:prstClr val="black"/>
                </a:solidFill>
              </a:rPr>
            </a:br>
            <a:r>
              <a:rPr lang="cs-CZ" sz="2300" dirty="0">
                <a:solidFill>
                  <a:prstClr val="black"/>
                </a:solidFill>
              </a:rPr>
              <a:t>       </a:t>
            </a:r>
            <a:r>
              <a:rPr lang="en-US" sz="2300" dirty="0">
                <a:solidFill>
                  <a:prstClr val="black"/>
                </a:solidFill>
              </a:rPr>
              <a:t>align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Quick, fun, and full of serendipity — </a:t>
            </a: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turns everyday moments into a touch of the mystical.</a:t>
            </a:r>
            <a:endParaRPr lang="en-US" sz="23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Whether you’re seeking direction or just a spark of joy, </a:t>
            </a: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brings you a playful nudge from the universe — and maybe, just maybe, a little luck too.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Check in. Tune in. Feel aligned.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With Pocket Prophet, a little magic is always just a tap away.</a:t>
            </a:r>
            <a:endParaRPr lang="en-US" sz="230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844D9-DA06-D9C5-26E2-6FA43E8AED18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Pocket Prophet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79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D005-161A-10CE-D48E-1DC8496C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401B7-A599-E10E-69AA-946C849BA71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Your Imagination. Your Game.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Game Vibes</a:t>
            </a:r>
            <a:r>
              <a:rPr lang="en-US" sz="2200" dirty="0">
                <a:solidFill>
                  <a:prstClr val="black"/>
                </a:solidFill>
              </a:rPr>
              <a:t> gives you the power to create personalized games — no coding required. With intuitive creator tools and the magic of AI, you can turn your wildest game ideas into playable experiences in just a few taps.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From high-speed races where </a:t>
            </a:r>
            <a:r>
              <a:rPr lang="en-US" sz="2200" i="1" dirty="0">
                <a:solidFill>
                  <a:prstClr val="black"/>
                </a:solidFill>
              </a:rPr>
              <a:t>you’re</a:t>
            </a:r>
            <a:r>
              <a:rPr lang="en-US" sz="2200" dirty="0">
                <a:solidFill>
                  <a:prstClr val="black"/>
                </a:solidFill>
              </a:rPr>
              <a:t> the hero,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to a Stranger Things-style quest starring your besties, Game Vibes helps you bring your world to life.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How It Works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💡 </a:t>
            </a:r>
            <a:r>
              <a:rPr lang="en-US" sz="2200" b="1" dirty="0">
                <a:solidFill>
                  <a:prstClr val="black"/>
                </a:solidFill>
              </a:rPr>
              <a:t>Describe your idea</a:t>
            </a:r>
            <a:r>
              <a:rPr lang="en-US" sz="2200" dirty="0">
                <a:solidFill>
                  <a:prstClr val="black"/>
                </a:solidFill>
              </a:rPr>
              <a:t> to the AI — as simple or wild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as you want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🎨 </a:t>
            </a:r>
            <a:r>
              <a:rPr lang="en-US" sz="2200" b="1" dirty="0">
                <a:solidFill>
                  <a:prstClr val="black"/>
                </a:solidFill>
              </a:rPr>
              <a:t>Customize the details</a:t>
            </a:r>
            <a:r>
              <a:rPr lang="en-US" sz="2200" dirty="0">
                <a:solidFill>
                  <a:prstClr val="black"/>
                </a:solidFill>
              </a:rPr>
              <a:t> — characters, settings, storylines, and more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📱 </a:t>
            </a:r>
            <a:r>
              <a:rPr lang="en-US" sz="2200" b="1" dirty="0">
                <a:solidFill>
                  <a:prstClr val="black"/>
                </a:solidFill>
              </a:rPr>
              <a:t>Share with friends</a:t>
            </a:r>
            <a:r>
              <a:rPr lang="en-US" sz="2200" dirty="0">
                <a:solidFill>
                  <a:prstClr val="black"/>
                </a:solidFill>
              </a:rPr>
              <a:t> for a uniquely personal gaming experience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🌍 </a:t>
            </a:r>
            <a:r>
              <a:rPr lang="en-US" sz="2200" b="1" dirty="0">
                <a:solidFill>
                  <a:prstClr val="black"/>
                </a:solidFill>
              </a:rPr>
              <a:t>Publish and earn</a:t>
            </a:r>
            <a:r>
              <a:rPr lang="en-US" sz="2200" dirty="0">
                <a:solidFill>
                  <a:prstClr val="black"/>
                </a:solidFill>
              </a:rPr>
              <a:t> </a:t>
            </a:r>
            <a:r>
              <a:rPr lang="en-US" sz="2200" b="1" dirty="0">
                <a:solidFill>
                  <a:prstClr val="black"/>
                </a:solidFill>
              </a:rPr>
              <a:t>cash</a:t>
            </a:r>
            <a:r>
              <a:rPr lang="en-US" sz="2200" dirty="0">
                <a:solidFill>
                  <a:prstClr val="black"/>
                </a:solidFill>
              </a:rPr>
              <a:t> — charge for your games and turn your hobby into a side hustle or viral hit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Whether you're creating for fun or building the next indie sensation, </a:t>
            </a:r>
            <a:r>
              <a:rPr lang="en-US" sz="2200" b="1" dirty="0">
                <a:solidFill>
                  <a:prstClr val="black"/>
                </a:solidFill>
              </a:rPr>
              <a:t>Game Vibes</a:t>
            </a:r>
            <a:r>
              <a:rPr lang="en-US" sz="2200" dirty="0">
                <a:solidFill>
                  <a:prstClr val="black"/>
                </a:solidFill>
              </a:rPr>
              <a:t> is where game dev dreams begin.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Make Games. Make Memories. Make Moves.</a:t>
            </a:r>
            <a:br>
              <a:rPr lang="en-US" sz="2200" b="1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No tech skills? No problem.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Just your voice, your vision, and your vibe.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Play solo, co-create with friends, or open your game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to the world.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Create it. Play it. Share it.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With Game Vibes, anyone can be a game maker.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4C3F-5B53-051E-EEE1-A08E9B88E0B1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Vibes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7661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1646</Words>
  <Application>Microsoft Office PowerPoint</Application>
  <PresentationFormat>Custom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19</cp:revision>
  <dcterms:created xsi:type="dcterms:W3CDTF">2022-11-09T07:36:23Z</dcterms:created>
  <dcterms:modified xsi:type="dcterms:W3CDTF">2025-12-16T10:58:28Z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