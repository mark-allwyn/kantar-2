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1: Christmas AR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that a new personalized video scratch card has just been launched!</a:t>
            </a:r>
          </a:p>
          <a:p/>
          <a:p>
            <a:r>
              <a:t>🎁 This Christmas gift scratch card is sold for 250 CZK and guarantees a win for the recipient — making it an ideal gift under the Christmas tree.</a:t>
            </a:r>
          </a:p>
          <a:p/>
          <a:p>
            <a:r>
              <a:t>On the front side of the card, there is a QR code that can be scanned with a phone. After scanning, you can record a short video where you wish the recipient a Merry Christmas. A festive filter with a holiday design 🎄 is automatically added to the video.</a:t>
            </a:r>
          </a:p>
          <a:p/>
          <a:p>
            <a:r>
              <a:t>When the recipient scratches the card, discovers their prize, and scans the QR code, your personal greeting will appear directly above the card — brought to life through augmented reality and fun digital effects.</a:t>
            </a:r>
          </a:p>
          <a:p/>
          <a:p>
            <a:r>
              <a:t>Available at all sales points where scratch cards are sold, or online through relevant websites and apps.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2: Elf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a fun new AR-themed scratch card with an interactive twist!</a:t>
            </a:r>
          </a:p>
          <a:p/>
          <a:p>
            <a:r>
              <a:t>🎁 This Christmas gift scratch card sells for 250 CZK and guarantees a win.</a:t>
            </a:r>
          </a:p>
          <a:p/>
          <a:p>
            <a:r>
              <a:t>After scanning the QR code on the front, you can write a short Christmas greeting for the recipient. You can then upload a photo or selfie, which will appear on the bodies of dancing elves — creating a playful personalized Christmas video in the popular “Elf Yourself” style 🎅.</a:t>
            </a:r>
          </a:p>
          <a:p/>
          <a:p>
            <a:r>
              <a:t>When the recipient scratches their card and scans the QR code, they’ll see your message turn into a fun video of dancing elves featuring your face.</a:t>
            </a:r>
          </a:p>
          <a:p/>
          <a:p>
            <a:r>
              <a:t>Available in stores and online like other scratch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3: AR Christmas Mini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being able to play a new AR mini-game on your scratch card!</a:t>
            </a:r>
          </a:p>
          <a:p/>
          <a:p>
            <a:r>
              <a:t>🎁 This Christmas scratch card sells for 250 CZK and guarantees a win.</a:t>
            </a:r>
          </a:p>
          <a:p/>
          <a:p>
            <a:r>
              <a:t>After scanning the QR code, you can write a greeting and upload a photo or selfie. When the recipient scratches and scans the card, they’ll enter a virtual winter scene with hills, snowballs, and walls.</a:t>
            </a:r>
          </a:p>
          <a:p/>
          <a:p>
            <a:r>
              <a:t>Your uploaded photo turns into a playful 3D avatar hiding behind obstacles and throwing virtual snowballs. The user can throw snowballs back to win the game.</a:t>
            </a:r>
          </a:p>
          <a:p/>
          <a:p>
            <a:r>
              <a:t>Available in stores and online.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4: Christmas Lip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adding a lip-sync video experience to your scratch card!</a:t>
            </a:r>
          </a:p>
          <a:p/>
          <a:p>
            <a:r>
              <a:t>🎁 This Christmas scratch card sells for 250 CZK and guarantees a win.</a:t>
            </a:r>
          </a:p>
          <a:p/>
          <a:p>
            <a:r>
              <a:t>After scanning the QR code, you can record a quick video message wishing the recipient Merry Christmas. Choose a festive filter and your favorite Christmas carol to lip-sync to!</a:t>
            </a:r>
          </a:p>
          <a:p/>
          <a:p>
            <a:r>
              <a:t>When the recipient scratches and scans the QR code, they’ll see your festive video with lyrics displayed — so they can sing along with you 🎤.</a:t>
            </a:r>
          </a:p>
          <a:p/>
          <a:p>
            <a:r>
              <a:t>Available in stores and online.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5: Christmas Duet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a new scratch card with a duet lip-sync experience!</a:t>
            </a:r>
          </a:p>
          <a:p/>
          <a:p>
            <a:r>
              <a:t>🎁 This Christmas card costs 250 CZK and guarantees a win.</a:t>
            </a:r>
          </a:p>
          <a:p/>
          <a:p>
            <a:r>
              <a:t>After scanning, you record a festive message and lip-sync to a Christmas song. When the recipient scratches and scans the card, they can record themselves singing along with you.</a:t>
            </a:r>
          </a:p>
          <a:p/>
          <a:p>
            <a:r>
              <a:t>The final duet video can then be shared via messaging apps or social media.</a:t>
            </a:r>
          </a:p>
          <a:p/>
          <a:p>
            <a:r>
              <a:t>Available in stores and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6: Christmas Cake Surprise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adding a personal surprise to your Christmas scratch card!</a:t>
            </a:r>
          </a:p>
          <a:p/>
          <a:p>
            <a:r>
              <a:t>🎁 After scanning the QR code, you can upload a photo or selfie and choose a festive character (Santa, elf, reindeer).</a:t>
            </a:r>
          </a:p>
          <a:p/>
          <a:p>
            <a:r>
              <a:t>When the recipient scratches and scans, they’ll get instructions to place a virtual cake using world tracking AR. As they approach, your character “jumps out of the cake”!</a:t>
            </a:r>
          </a:p>
          <a:p/>
          <a:p>
            <a:r>
              <a:t>The recipient’s reaction is recorded, and the whole scene is replayed as a shareable video with your holiday message.</a:t>
            </a:r>
          </a:p>
          <a:p/>
          <a:p>
            <a:r>
              <a:t>Available in stores and online.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7: Birthday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Surprise your friend! Add a personal birthday video greeting to their scratch card.</a:t>
            </a:r>
          </a:p>
          <a:p/>
          <a:p>
            <a:r>
              <a:t>🎁 After scanning the QR code, you can record a birthday message for the person you’re giving the card to.</a:t>
            </a:r>
          </a:p>
          <a:p/>
          <a:p>
            <a:r>
              <a:t>When they scratch and scan, your personal message will come to life above the card thanks to augmented video technology.</a:t>
            </a:r>
          </a:p>
          <a:p/>
          <a:p>
            <a:r>
              <a:t>Available in stores and online.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8: Valentine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attaching a personal digital Valentine full of love to your scratch card.</a:t>
            </a:r>
          </a:p>
          <a:p/>
          <a:p>
            <a:r>
              <a:t>🎁 After scanning the QR code, you can record a special Valentine message for your loved one.</a:t>
            </a:r>
          </a:p>
          <a:p/>
          <a:p>
            <a:r>
              <a:t>When they scratch and scan, your message will appear above the card, animated through augmented video — bringing your love message to life.</a:t>
            </a:r>
          </a:p>
          <a:p/>
          <a:p>
            <a:r>
              <a:t>Available in stores and online.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