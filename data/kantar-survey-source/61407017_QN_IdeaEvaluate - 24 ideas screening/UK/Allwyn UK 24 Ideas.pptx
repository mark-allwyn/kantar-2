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</p:sldIdLst>
  <p:sldSz cx="6858000" cy="10799763"/>
  <p:notesSz cx="6858000" cy="9144000"/>
  <p:custDataLst>
    <p:tags r:id="rId2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32" d="100"/>
          <a:sy n="32" d="100"/>
        </p:scale>
        <p:origin x="2512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4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cept - Širš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288" y="357050"/>
            <a:ext cx="6361042" cy="92250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288" y="1279525"/>
            <a:ext cx="6361042" cy="9255953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954387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cept Užš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312" y="357050"/>
            <a:ext cx="6069497" cy="92250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4312" y="1279525"/>
            <a:ext cx="6069497" cy="9255953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73364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d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09"/>
            <a:ext cx="6626087" cy="10177669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600"/>
            </a:lvl1pPr>
            <a:lvl2pPr>
              <a:defRPr sz="40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7770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357050"/>
            <a:ext cx="5915025" cy="922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444488"/>
            <a:ext cx="5915025" cy="8998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637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Tx/>
        <a:buNone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32ED25-C7E5-BC21-316E-00924CD18F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Game on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087FE59A-C4ED-ED6D-E94D-CAF6111C9300}"/>
              </a:ext>
            </a:extLst>
          </p:cNvPr>
          <p:cNvSpPr txBox="1">
            <a:spLocks/>
          </p:cNvSpPr>
          <p:nvPr/>
        </p:nvSpPr>
        <p:spPr>
          <a:xfrm>
            <a:off x="0" y="1331840"/>
            <a:ext cx="6745357" cy="94281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Compete in random daily challenges.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Get streaks &amp; compete for big wins against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friends and rivals.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No one masters all, but everyone has fun.</a:t>
            </a:r>
            <a:endParaRPr lang="en-GB" sz="6000" dirty="0">
              <a:effectLst/>
              <a:latin typeface="Aptos Display" panose="020B0004020202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9675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6409E-BFAD-DF0C-E12F-2B090E6C8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05EF83-08A9-3E46-86E9-F916EEDA0F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Pass it On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6740476F-A01B-52DB-3A39-7B19D30785D7}"/>
              </a:ext>
            </a:extLst>
          </p:cNvPr>
          <p:cNvSpPr txBox="1">
            <a:spLocks/>
          </p:cNvSpPr>
          <p:nvPr/>
        </p:nvSpPr>
        <p:spPr>
          <a:xfrm>
            <a:off x="0" y="2266119"/>
            <a:ext cx="6858000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59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Complete a challenge </a:t>
            </a:r>
          </a:p>
          <a:p>
            <a:pPr>
              <a:lnSpc>
                <a:spcPct val="115000"/>
              </a:lnSpc>
            </a:pPr>
            <a:r>
              <a:rPr lang="en-GB" sz="59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and pass the next one to a friend. </a:t>
            </a:r>
          </a:p>
          <a:p>
            <a:pPr>
              <a:lnSpc>
                <a:spcPct val="115000"/>
              </a:lnSpc>
            </a:pPr>
            <a:r>
              <a:rPr lang="en-GB" sz="59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Play against </a:t>
            </a:r>
          </a:p>
          <a:p>
            <a:pPr>
              <a:lnSpc>
                <a:spcPct val="115000"/>
              </a:lnSpc>
            </a:pPr>
            <a:r>
              <a:rPr lang="en-GB" sz="59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other groups </a:t>
            </a:r>
          </a:p>
          <a:p>
            <a:pPr>
              <a:lnSpc>
                <a:spcPct val="115000"/>
              </a:lnSpc>
            </a:pPr>
            <a:r>
              <a:rPr lang="en-GB" sz="59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for real world prizes. </a:t>
            </a:r>
          </a:p>
          <a:p>
            <a:pPr>
              <a:lnSpc>
                <a:spcPct val="115000"/>
              </a:lnSpc>
            </a:pPr>
            <a:r>
              <a:rPr lang="en-GB" sz="59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Will you accept the challenge?</a:t>
            </a:r>
            <a:br>
              <a:rPr lang="en-GB" sz="59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</a:br>
            <a:endParaRPr lang="en-GB" sz="5900" dirty="0">
              <a:effectLst/>
              <a:latin typeface="Aptos Display" panose="020B00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3037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D236C-EF3D-3113-D1C1-A4B9EDCB8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356EE7-C57F-D168-E659-B24B631B17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Trivia Royal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252F269-4E54-EA95-C18F-1265D613C0FC}"/>
              </a:ext>
            </a:extLst>
          </p:cNvPr>
          <p:cNvSpPr txBox="1">
            <a:spLocks/>
          </p:cNvSpPr>
          <p:nvPr/>
        </p:nvSpPr>
        <p:spPr>
          <a:xfrm>
            <a:off x="119270" y="1987827"/>
            <a:ext cx="6626087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Which friend is next? Jeopardy, luck and skill collide in this quiz challenge.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Pass to save the streak, but too many skips and you’ll fall! Choose wisely!</a:t>
            </a:r>
            <a:endParaRPr lang="en-GB" sz="6000" dirty="0">
              <a:effectLst/>
              <a:latin typeface="Aptos Display" panose="020B00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99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F9658-A406-B242-C8DA-B373268D5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478F2B-AD75-4C2D-15D1-C48A187E54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One Tap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97EAB8C8-FCDC-F140-7BEB-86917CF1FBC9}"/>
              </a:ext>
            </a:extLst>
          </p:cNvPr>
          <p:cNvSpPr txBox="1">
            <a:spLocks/>
          </p:cNvSpPr>
          <p:nvPr/>
        </p:nvSpPr>
        <p:spPr>
          <a:xfrm>
            <a:off x="119270" y="1987827"/>
            <a:ext cx="6626087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86,400 seconds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in a day …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T</a:t>
            </a: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ap at the right time and WIN BIG.</a:t>
            </a:r>
            <a:endParaRPr lang="en-GB" sz="6000" dirty="0">
              <a:effectLst/>
              <a:latin typeface="Aptos Display" panose="020B00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3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B10BA-1A0C-FD11-FBB4-79F20DB94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5704CD-ECA1-40E0-4234-3F20E19DC0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Scavenger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649C2656-8240-6F98-3B3A-77AF9B63E688}"/>
              </a:ext>
            </a:extLst>
          </p:cNvPr>
          <p:cNvSpPr txBox="1">
            <a:spLocks/>
          </p:cNvSpPr>
          <p:nvPr/>
        </p:nvSpPr>
        <p:spPr>
          <a:xfrm>
            <a:off x="0" y="1987827"/>
            <a:ext cx="6858000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58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Your city, reimagined! AR treasure hunts completed </a:t>
            </a:r>
          </a:p>
          <a:p>
            <a:pPr>
              <a:lnSpc>
                <a:spcPct val="115000"/>
              </a:lnSpc>
            </a:pPr>
            <a:r>
              <a:rPr lang="en-GB" sz="58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local or global </a:t>
            </a:r>
          </a:p>
          <a:p>
            <a:pPr>
              <a:lnSpc>
                <a:spcPct val="115000"/>
              </a:lnSpc>
            </a:pPr>
            <a:r>
              <a:rPr lang="en-GB" sz="58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for real world rewards. Create custom hunts for friends and </a:t>
            </a:r>
          </a:p>
          <a:p>
            <a:pPr>
              <a:lnSpc>
                <a:spcPct val="115000"/>
              </a:lnSpc>
            </a:pPr>
            <a:r>
              <a:rPr lang="en-GB" sz="58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add your own treasures.</a:t>
            </a:r>
            <a:endParaRPr lang="en-GB" sz="5800" dirty="0">
              <a:effectLst/>
              <a:latin typeface="Aptos Display" panose="020B00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198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E1723-F784-1CAF-B647-E0ABCC0D4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62436D-2B62-B26C-E809-65C50D9F98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Game Vibes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50E1CD0-4876-D069-F770-5C14CDAA3821}"/>
              </a:ext>
            </a:extLst>
          </p:cNvPr>
          <p:cNvSpPr txBox="1">
            <a:spLocks/>
          </p:cNvSpPr>
          <p:nvPr/>
        </p:nvSpPr>
        <p:spPr>
          <a:xfrm>
            <a:off x="119270" y="1987827"/>
            <a:ext cx="6626087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What’s today</a:t>
            </a:r>
            <a:r>
              <a:rPr lang="en-US" sz="6000" dirty="0"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’</a:t>
            </a: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s vibe? Tell us the game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you want to play,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and we will personalise it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for you, just the way you want it.</a:t>
            </a:r>
            <a:endParaRPr lang="en-GB" sz="6000" dirty="0">
              <a:effectLst/>
              <a:latin typeface="Aptos Display" panose="020B00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5880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C73C6-8B99-654C-C421-E460F3156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A7EEF1-73D2-859F-3529-59782FD5ED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Someday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CE2D67D2-2F31-31D0-4C06-54FEE71AA9EF}"/>
              </a:ext>
            </a:extLst>
          </p:cNvPr>
          <p:cNvSpPr txBox="1">
            <a:spLocks/>
          </p:cNvSpPr>
          <p:nvPr/>
        </p:nvSpPr>
        <p:spPr>
          <a:xfrm>
            <a:off x="119270" y="1987827"/>
            <a:ext cx="6626087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What if you could be the person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you always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wanted to be?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Watch AI bring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your dreams to life.</a:t>
            </a:r>
            <a:endParaRPr lang="en-GB" sz="6000" dirty="0">
              <a:effectLst/>
              <a:latin typeface="Aptos Display" panose="020B00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7761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48080-52F3-844C-9E94-2399063D4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2EC2A-15BF-6920-7AB8-D057649881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Dream Vote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C36F8F63-168E-748D-6D54-CC0DBF9E8EE1}"/>
              </a:ext>
            </a:extLst>
          </p:cNvPr>
          <p:cNvSpPr txBox="1">
            <a:spLocks/>
          </p:cNvSpPr>
          <p:nvPr/>
        </p:nvSpPr>
        <p:spPr>
          <a:xfrm>
            <a:off x="119270" y="1649896"/>
            <a:ext cx="6626087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Discover, share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and connect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with others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around aspirations. Support each other and vote to make dreams come true. </a:t>
            </a:r>
            <a:endParaRPr lang="en-GB" sz="6000" dirty="0">
              <a:effectLst/>
              <a:latin typeface="Aptos Display" panose="020B00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6874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0D43F-C52C-54DA-EC2C-4C71C1380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416C2F-D8C0-8BED-BE18-FF196A54FB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Dream Match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DBFABA00-8C72-A83A-AFA6-0F5725DC9E69}"/>
              </a:ext>
            </a:extLst>
          </p:cNvPr>
          <p:cNvSpPr txBox="1">
            <a:spLocks/>
          </p:cNvSpPr>
          <p:nvPr/>
        </p:nvSpPr>
        <p:spPr>
          <a:xfrm>
            <a:off x="119270" y="1987827"/>
            <a:ext cx="6626087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Have a dream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that needs a boost? Make a plan,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commit to it,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and we’ll reward your progress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with prizes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that matter.</a:t>
            </a:r>
            <a:endParaRPr lang="en-GB" sz="6000" dirty="0">
              <a:effectLst/>
              <a:latin typeface="Aptos Display" panose="020B00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9234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26F64-263C-08D2-11E7-4C06A56CB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A7BFA1-015D-7767-00BA-73B1337811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Future Treats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05BD6DCD-4BA0-4B61-F23A-3EDCC66C6859}"/>
              </a:ext>
            </a:extLst>
          </p:cNvPr>
          <p:cNvSpPr txBox="1">
            <a:spLocks/>
          </p:cNvSpPr>
          <p:nvPr/>
        </p:nvSpPr>
        <p:spPr>
          <a:xfrm>
            <a:off x="0" y="1987827"/>
            <a:ext cx="6858000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Dreams, meet reality!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Set goals,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earn chosen rewards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at every milestone. From coffee to cars - prove your progress to unlock prizes!</a:t>
            </a:r>
            <a:endParaRPr lang="en-GB" sz="6000" dirty="0">
              <a:effectLst/>
              <a:latin typeface="Aptos Display" panose="020B00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04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B462E-958F-746E-6863-E28F78581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B6541-D7E1-00F4-BB07-DCDC1101CF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Shared Win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621DB23-69C2-77EC-0B0F-EB0788207801}"/>
              </a:ext>
            </a:extLst>
          </p:cNvPr>
          <p:cNvSpPr txBox="1">
            <a:spLocks/>
          </p:cNvSpPr>
          <p:nvPr/>
        </p:nvSpPr>
        <p:spPr>
          <a:xfrm>
            <a:off x="0" y="1789046"/>
            <a:ext cx="6858000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Arial" panose="020B0604020202020204" pitchFamily="34" charset="0"/>
              </a:rPr>
              <a:t>All for one,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Arial" panose="020B0604020202020204" pitchFamily="34" charset="0"/>
              </a:rPr>
              <a:t>rewards for all!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Arial" panose="020B0604020202020204" pitchFamily="34" charset="0"/>
              </a:rPr>
              <a:t>Set group goals,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Arial" panose="020B0604020202020204" pitchFamily="34" charset="0"/>
              </a:rPr>
              <a:t>earn points together, and multiply your success.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Arial" panose="020B0604020202020204" pitchFamily="34" charset="0"/>
              </a:rPr>
              <a:t>But be careful –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Arial" panose="020B0604020202020204" pitchFamily="34" charset="0"/>
              </a:rPr>
              <a:t>one slip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Arial" panose="020B0604020202020204" pitchFamily="34" charset="0"/>
              </a:rPr>
              <a:t>sets everyone back!</a:t>
            </a:r>
          </a:p>
        </p:txBody>
      </p:sp>
    </p:spTree>
    <p:extLst>
      <p:ext uri="{BB962C8B-B14F-4D97-AF65-F5344CB8AC3E}">
        <p14:creationId xmlns:p14="http://schemas.microsoft.com/office/powerpoint/2010/main" val="2722715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56BB0-E1CF-936F-434A-48F4B7043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385E21-33A5-A292-41B3-EC7EB71637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-19876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Boost bank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C45F6F86-45EE-B3F2-250D-864D5D8B7B1B}"/>
              </a:ext>
            </a:extLst>
          </p:cNvPr>
          <p:cNvSpPr txBox="1">
            <a:spLocks/>
          </p:cNvSpPr>
          <p:nvPr/>
        </p:nvSpPr>
        <p:spPr>
          <a:xfrm>
            <a:off x="0" y="993913"/>
            <a:ext cx="6858000" cy="98058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Back your dreams with action!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Lock in funds,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have friends verify your progress,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and unlock big and small rewards as you achieve your goals. </a:t>
            </a:r>
            <a:endParaRPr lang="en-GB" sz="6000" dirty="0">
              <a:effectLst/>
              <a:latin typeface="Aptos Display" panose="020B00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8161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021E6-03A4-1118-4265-3CE8D13C5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F2AE83-69C5-46A7-E45D-7736BB0CCE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Pocket Prophet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D300F79-3A9E-5262-9D90-724C214D40BC}"/>
              </a:ext>
            </a:extLst>
          </p:cNvPr>
          <p:cNvSpPr txBox="1">
            <a:spLocks/>
          </p:cNvSpPr>
          <p:nvPr/>
        </p:nvSpPr>
        <p:spPr>
          <a:xfrm>
            <a:off x="119270" y="1987827"/>
            <a:ext cx="6626087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Unlock tomorrow’s secrets today!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Play quirky games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that reveal your future. The more you play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the more personalised it gets! What will it predict about you?</a:t>
            </a:r>
            <a:endParaRPr lang="en-GB" sz="6000" dirty="0">
              <a:effectLst/>
              <a:latin typeface="Aptos Display" panose="020B00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618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BE2FC-A497-BEEF-1CE5-E544EA5E8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D9128C-10A0-8389-936F-61C7B44F8C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Lucky Day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64F1369-C4ED-C329-3C8E-20D97FC4F47C}"/>
              </a:ext>
            </a:extLst>
          </p:cNvPr>
          <p:cNvSpPr txBox="1">
            <a:spLocks/>
          </p:cNvSpPr>
          <p:nvPr/>
        </p:nvSpPr>
        <p:spPr>
          <a:xfrm>
            <a:off x="0" y="1391478"/>
            <a:ext cx="6858000" cy="9382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Discover opportunities aligned with your luck today based on your zodiac, location and personal data. Get alerts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when conditions </a:t>
            </a:r>
            <a:r>
              <a:rPr lang="en-GB" sz="6000" dirty="0" err="1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favo</a:t>
            </a:r>
            <a:r>
              <a:rPr lang="sk-SK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u</a:t>
            </a: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r better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winning odds!</a:t>
            </a:r>
            <a:endParaRPr lang="en-GB" sz="6000" dirty="0">
              <a:effectLst/>
              <a:latin typeface="Aptos Display" panose="020B00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0498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9FE09-099F-BEAE-333B-C0E376C25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60A667-5B82-13E0-7C76-8B6ED23E5C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457200"/>
            <a:ext cx="6626087" cy="1371600"/>
          </a:xfrm>
        </p:spPr>
        <p:txBody>
          <a:bodyPr>
            <a:no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Cosmic </a:t>
            </a:r>
            <a:endParaRPr lang="sk-SK" sz="7200" b="1" dirty="0">
              <a:solidFill>
                <a:srgbClr val="333333"/>
              </a:solidFill>
              <a:latin typeface="Aptos Display" panose="020B0004020202020204" pitchFamily="34" charset="0"/>
            </a:endParaRP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Connections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AEE488E9-332D-44FC-3A99-9956750AF72F}"/>
              </a:ext>
            </a:extLst>
          </p:cNvPr>
          <p:cNvSpPr txBox="1">
            <a:spLocks/>
          </p:cNvSpPr>
          <p:nvPr/>
        </p:nvSpPr>
        <p:spPr>
          <a:xfrm>
            <a:off x="0" y="1987827"/>
            <a:ext cx="6858000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Find your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cosmic gaming bestie and crush zodiac challenges together! Win big when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your stars align. </a:t>
            </a:r>
            <a:endParaRPr lang="en-GB" sz="6000" dirty="0">
              <a:effectLst/>
              <a:latin typeface="Aptos Display" panose="020B00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6266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9FBF4-1FAE-6156-87F2-96A1DCB2E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5DFA62-E049-1F48-0658-B07E3231B7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536713"/>
            <a:ext cx="6626087" cy="1371600"/>
          </a:xfrm>
        </p:spPr>
        <p:txBody>
          <a:bodyPr>
            <a:no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Game for </a:t>
            </a: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Causes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8397412-D86F-BF0E-9BA7-4FB8D71859AE}"/>
              </a:ext>
            </a:extLst>
          </p:cNvPr>
          <p:cNvSpPr txBox="1">
            <a:spLocks/>
          </p:cNvSpPr>
          <p:nvPr/>
        </p:nvSpPr>
        <p:spPr>
          <a:xfrm>
            <a:off x="119270" y="2345635"/>
            <a:ext cx="6626087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Play for incredible experiences and good causes.  Whether you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win or lose,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your money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always goes to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your chosen cause.</a:t>
            </a:r>
            <a:endParaRPr lang="en-GB" sz="6000" dirty="0">
              <a:effectLst/>
              <a:latin typeface="Aptos Display" panose="020B00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05598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561E0-9428-1F34-2AEB-E64630FEE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CF9C7A-F8D4-1555-F69D-9B18F20367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Karma 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6C6B7D6-E4C1-748D-7489-BB33EBA343A3}"/>
              </a:ext>
            </a:extLst>
          </p:cNvPr>
          <p:cNvSpPr txBox="1">
            <a:spLocks/>
          </p:cNvSpPr>
          <p:nvPr/>
        </p:nvSpPr>
        <p:spPr>
          <a:xfrm>
            <a:off x="0" y="1987827"/>
            <a:ext cx="6858000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What goes around comes around - literally!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Help others,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earn points, get help when you need it. Plus, every good deed enters you to win big.</a:t>
            </a:r>
            <a:endParaRPr lang="en-GB" sz="6000" dirty="0">
              <a:effectLst/>
              <a:latin typeface="Aptos Display" panose="020B00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01892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B3517-4782-B680-8F05-E6B011F9A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C6C9B0-63C4-2D54-5CD2-8EC14FA441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Group Gains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CC9AA39B-2C10-0626-52D1-DE9A0E3E701B}"/>
              </a:ext>
            </a:extLst>
          </p:cNvPr>
          <p:cNvSpPr txBox="1">
            <a:spLocks/>
          </p:cNvSpPr>
          <p:nvPr/>
        </p:nvSpPr>
        <p:spPr>
          <a:xfrm>
            <a:off x="119270" y="1987827"/>
            <a:ext cx="6626087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Save together, celebrate together! Pool funds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with friends, unlock exclusive rewards, and watch your shared dreams become reality.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Make saving social!</a:t>
            </a:r>
            <a:endParaRPr lang="en-GB" sz="6000" dirty="0">
              <a:effectLst/>
              <a:latin typeface="Aptos Display" panose="020B00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39486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F3D46-F080-97FB-4F25-58E3C4A3B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7BAFFC-5767-356E-4791-88AB968F23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 err="1">
                <a:solidFill>
                  <a:srgbClr val="333333"/>
                </a:solidFill>
                <a:latin typeface="Aptos Display" panose="020B0004020202020204" pitchFamily="34" charset="0"/>
              </a:rPr>
              <a:t>FinSims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B0FB7264-B73F-5F25-6C5F-44180079F22C}"/>
              </a:ext>
            </a:extLst>
          </p:cNvPr>
          <p:cNvSpPr txBox="1">
            <a:spLocks/>
          </p:cNvSpPr>
          <p:nvPr/>
        </p:nvSpPr>
        <p:spPr>
          <a:xfrm>
            <a:off x="119270" y="1987827"/>
            <a:ext cx="6626087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Master investing through play!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Pick stocks, build your virtual portfolio, and learn real skills as markets move.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No textbooks –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just gains.</a:t>
            </a:r>
            <a:endParaRPr lang="en-GB" sz="6000" dirty="0">
              <a:effectLst/>
              <a:latin typeface="Aptos Display" panose="020B00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77881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6FC13-2D03-670C-E4CE-C51AF2522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C582F4-E999-5396-573D-059E4BB796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Wealth Pal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E5C9312-F749-2856-8230-69404FA16125}"/>
              </a:ext>
            </a:extLst>
          </p:cNvPr>
          <p:cNvSpPr txBox="1">
            <a:spLocks/>
          </p:cNvSpPr>
          <p:nvPr/>
        </p:nvSpPr>
        <p:spPr>
          <a:xfrm>
            <a:off x="119270" y="1987827"/>
            <a:ext cx="6626087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Use data, insight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and AI to make tracking your journey to financial freedom more manageable. Unearth insights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and replace guess work with growth.</a:t>
            </a:r>
            <a:endParaRPr lang="en-GB" sz="6000" dirty="0">
              <a:effectLst/>
              <a:latin typeface="Aptos Display" panose="020B00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18037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5B55C-8086-8D0D-0138-4C796F2D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373A5A-90AB-0979-C25D-911F77765C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Hidden Hustle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C0CEC88-B9C2-0D88-D625-43CA9D849FE3}"/>
              </a:ext>
            </a:extLst>
          </p:cNvPr>
          <p:cNvSpPr txBox="1">
            <a:spLocks/>
          </p:cNvSpPr>
          <p:nvPr/>
        </p:nvSpPr>
        <p:spPr>
          <a:xfrm>
            <a:off x="0" y="1232451"/>
            <a:ext cx="6858000" cy="9507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One stop apps for making more money. Tools to find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your next side hustle,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finding treasure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you already own, learning about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new income streams.</a:t>
            </a:r>
            <a:endParaRPr lang="en-GB" sz="6000" dirty="0">
              <a:effectLst/>
              <a:latin typeface="Aptos Display" panose="020B00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32745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C4023-8787-3CF8-4B2B-7A0A95CD9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BCF7AA-54A2-8F22-7281-D248AC3D2A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 err="1">
                <a:solidFill>
                  <a:srgbClr val="333333"/>
                </a:solidFill>
                <a:latin typeface="Aptos Display" panose="020B0004020202020204" pitchFamily="34" charset="0"/>
              </a:rPr>
              <a:t>MicroPitch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53FCED7B-9C56-E740-EA51-184C53B750CF}"/>
              </a:ext>
            </a:extLst>
          </p:cNvPr>
          <p:cNvSpPr txBox="1">
            <a:spLocks/>
          </p:cNvSpPr>
          <p:nvPr/>
        </p:nvSpPr>
        <p:spPr>
          <a:xfrm>
            <a:off x="0" y="1987827"/>
            <a:ext cx="6858000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Swipe, watch, invest!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Turn spare change into startup dreams with 60-sec pitches. Small investments today, big returns tomorrow!</a:t>
            </a:r>
            <a:endParaRPr lang="en-GB" sz="6000" dirty="0">
              <a:effectLst/>
              <a:latin typeface="Aptos Display" panose="020B00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52494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A0AF2-8B48-C251-D789-07F0E9F37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C35F5B-8087-E799-7305-DA5D2084E0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789042"/>
          </a:xfrm>
        </p:spPr>
        <p:txBody>
          <a:bodyPr>
            <a:no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Turn Numbers Into Fortune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2A4612D-C9A3-36D2-A90A-F98A31D53733}"/>
              </a:ext>
            </a:extLst>
          </p:cNvPr>
          <p:cNvSpPr txBox="1">
            <a:spLocks/>
          </p:cNvSpPr>
          <p:nvPr/>
        </p:nvSpPr>
        <p:spPr>
          <a:xfrm>
            <a:off x="0" y="2246244"/>
            <a:ext cx="6858000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Pick your lucky numbers —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and win big if they match the draw.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Your chance to turn your </a:t>
            </a:r>
            <a:r>
              <a:rPr lang="en-GB" sz="6000" dirty="0" err="1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favo</a:t>
            </a:r>
            <a:r>
              <a:rPr lang="sk-SK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u</a:t>
            </a: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rite numbers into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real money.</a:t>
            </a:r>
            <a:endParaRPr lang="en-GB" sz="6000" dirty="0">
              <a:effectLst/>
              <a:latin typeface="Aptos Display" panose="020B00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30556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F8146-A559-ADE4-412F-43FB838A8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2FD1EB-A9E6-690B-E1AA-53456E6F07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457200"/>
            <a:ext cx="6626087" cy="1371600"/>
          </a:xfrm>
        </p:spPr>
        <p:txBody>
          <a:bodyPr>
            <a:no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Uncover Hidden Rewards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CB02E827-3934-7968-A0FA-532E4A335568}"/>
              </a:ext>
            </a:extLst>
          </p:cNvPr>
          <p:cNvSpPr txBox="1">
            <a:spLocks/>
          </p:cNvSpPr>
          <p:nvPr/>
        </p:nvSpPr>
        <p:spPr>
          <a:xfrm>
            <a:off x="0" y="1987827"/>
            <a:ext cx="6858000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Tap on and instantly discover if you’ve won a cash prize. Quick excitement, instant rewards right under the surface.</a:t>
            </a:r>
            <a:endParaRPr lang="en-GB" sz="6000" dirty="0">
              <a:effectLst/>
              <a:latin typeface="Aptos Display" panose="020B00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8972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CLUDEHIDDENSLIDES" val="False"/>
  <p:tag name="NUMBEROFPAGES" val="24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741da7a-79c1-417c-b408-16c0bfe99fca}" enabled="1" method="Standard" siteId="{1e355c04-e0a4-42ed-8e2d-7351591f0ef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173</TotalTime>
  <Words>676</Words>
  <Application>Microsoft Office PowerPoint</Application>
  <PresentationFormat>Custom</PresentationFormat>
  <Paragraphs>119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Rajsnerová, Jana (KTPRG)</dc:creator>
  <cp:lastModifiedBy>Katarína Javornicka</cp:lastModifiedBy>
  <cp:revision>23</cp:revision>
  <dcterms:created xsi:type="dcterms:W3CDTF">2022-11-09T07:36:23Z</dcterms:created>
  <dcterms:modified xsi:type="dcterms:W3CDTF">2025-04-29T12:29:00Z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741da7a-79c1-417c-b408-16c0bfe99fca_Enabled">
    <vt:lpwstr>true</vt:lpwstr>
  </property>
  <property fmtid="{D5CDD505-2E9C-101B-9397-08002B2CF9AE}" pid="3" name="MSIP_Label_3741da7a-79c1-417c-b408-16c0bfe99fca_SetDate">
    <vt:lpwstr>2023-03-30T08:51:02Z</vt:lpwstr>
  </property>
  <property fmtid="{D5CDD505-2E9C-101B-9397-08002B2CF9AE}" pid="4" name="MSIP_Label_3741da7a-79c1-417c-b408-16c0bfe99fca_Method">
    <vt:lpwstr>Standard</vt:lpwstr>
  </property>
  <property fmtid="{D5CDD505-2E9C-101B-9397-08002B2CF9AE}" pid="5" name="MSIP_Label_3741da7a-79c1-417c-b408-16c0bfe99fca_Name">
    <vt:lpwstr>Internal Only - Amber</vt:lpwstr>
  </property>
  <property fmtid="{D5CDD505-2E9C-101B-9397-08002B2CF9AE}" pid="6" name="MSIP_Label_3741da7a-79c1-417c-b408-16c0bfe99fca_SiteId">
    <vt:lpwstr>1e355c04-e0a4-42ed-8e2d-7351591f0ef1</vt:lpwstr>
  </property>
  <property fmtid="{D5CDD505-2E9C-101B-9397-08002B2CF9AE}" pid="7" name="MSIP_Label_3741da7a-79c1-417c-b408-16c0bfe99fca_ActionId">
    <vt:lpwstr>ba99dd20-89c3-4317-8990-015ee6965131</vt:lpwstr>
  </property>
  <property fmtid="{D5CDD505-2E9C-101B-9397-08002B2CF9AE}" pid="8" name="MSIP_Label_3741da7a-79c1-417c-b408-16c0bfe99fca_ContentBits">
    <vt:lpwstr>0</vt:lpwstr>
  </property>
</Properties>
</file>