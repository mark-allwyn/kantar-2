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0" r:id="rId3"/>
    <p:sldId id="271" r:id="rId4"/>
    <p:sldId id="272" r:id="rId5"/>
  </p:sldIdLst>
  <p:sldSz cx="6858000" cy="10799763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83C1E9-6BEE-EBA5-7402-097849BED21B}" name="Nikola Kopáčová" initials="NK" userId="S::Nikola.Kopacova@kantar.com::db65b32c-0e2a-49a8-a238-4232d866e7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/>
          <a:lstStyle/>
          <a:p>
            <a:r>
              <a:rPr lang="en-GB" b="1" dirty="0"/>
              <a:t>Exclusive Game Skins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998165"/>
            <a:ext cx="6400799" cy="925595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500" i="1" dirty="0"/>
              <a:t>I sometimes crave new ways of enhancing my playing  experience and seek </a:t>
            </a:r>
            <a:r>
              <a:rPr lang="en-US" sz="2500" b="1" i="1" dirty="0"/>
              <a:t>exclusive and visually appealing skins </a:t>
            </a:r>
            <a:r>
              <a:rPr lang="en-US" sz="2500" i="1" dirty="0"/>
              <a:t>to stand out or character personalization in games like </a:t>
            </a:r>
            <a:br>
              <a:rPr lang="cs-CZ" sz="2500" i="1" dirty="0"/>
            </a:br>
            <a:r>
              <a:rPr lang="en-US" sz="2500" i="1" dirty="0"/>
              <a:t>Counter Strike or League of Legends.</a:t>
            </a:r>
          </a:p>
          <a:p>
            <a:pPr>
              <a:spcBef>
                <a:spcPts val="1200"/>
              </a:spcBef>
            </a:pPr>
            <a:endParaRPr lang="en-US" sz="2500" dirty="0"/>
          </a:p>
          <a:p>
            <a:pPr>
              <a:spcBef>
                <a:spcPts val="1200"/>
              </a:spcBef>
            </a:pPr>
            <a:r>
              <a:rPr lang="en-US" sz="2500" dirty="0"/>
              <a:t>Players will have the chance </a:t>
            </a:r>
            <a:r>
              <a:rPr lang="en-US" sz="2500" b="1" dirty="0"/>
              <a:t>to win exclusive, high-quality and visually striking skins </a:t>
            </a:r>
            <a:r>
              <a:rPr lang="en-US" sz="2500" dirty="0"/>
              <a:t>through playing </a:t>
            </a:r>
            <a:r>
              <a:rPr lang="cs-CZ" sz="2500" dirty="0"/>
              <a:t>Fast Play</a:t>
            </a:r>
            <a:r>
              <a:rPr lang="en-US" sz="2500" dirty="0"/>
              <a:t>, </a:t>
            </a:r>
            <a:r>
              <a:rPr lang="en-US" sz="2400" dirty="0"/>
              <a:t>Instant Tickets</a:t>
            </a:r>
            <a:r>
              <a:rPr lang="cs-CZ" sz="2400" dirty="0"/>
              <a:t>, </a:t>
            </a:r>
            <a:r>
              <a:rPr lang="en-US" sz="2500" dirty="0"/>
              <a:t>buying traditional scratch cards or participating in special online lottery events. 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These unique skins allow players to showcase their success and individuality to enrich their gaming experience.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The collaboration between the lottery operator and popular game developers ensures the skins are officially recognized and redeemable. </a:t>
            </a:r>
          </a:p>
          <a:p>
            <a:pPr>
              <a:spcBef>
                <a:spcPts val="1200"/>
              </a:spcBef>
            </a:pPr>
            <a:r>
              <a:rPr lang="en-US" sz="2500" b="1" dirty="0"/>
              <a:t>Simply participate, win a code, and enjoy your new skin in your favorite game.</a:t>
            </a:r>
          </a:p>
          <a:p>
            <a:pPr>
              <a:spcBef>
                <a:spcPts val="1200"/>
              </a:spcBef>
            </a:pPr>
            <a:endParaRPr lang="en-US" sz="2500" dirty="0"/>
          </a:p>
          <a:p>
            <a:pPr>
              <a:spcBef>
                <a:spcPts val="1200"/>
              </a:spcBef>
            </a:pPr>
            <a:r>
              <a:rPr lang="en-US" sz="25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US" sz="2500" dirty="0"/>
              <a:t>If a player wins </a:t>
            </a:r>
            <a:r>
              <a:rPr lang="cs-CZ" sz="2500" dirty="0"/>
              <a:t>in a Fast Play</a:t>
            </a:r>
            <a:r>
              <a:rPr lang="en-US" sz="2500" dirty="0"/>
              <a:t>, they receive a code that unlocks a unique skin for Counter Strike or another game.</a:t>
            </a:r>
          </a:p>
          <a:p>
            <a:pPr>
              <a:spcBef>
                <a:spcPts val="1200"/>
              </a:spcBef>
            </a:pP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190430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85DBB2-5E5A-5D0E-5744-928D0EF11A37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en-GB" b="1" dirty="0"/>
              <a:t>Team Play with Social Sharing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450450"/>
            <a:ext cx="6400799" cy="872593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enjoy social and collaborative gaming. </a:t>
            </a:r>
            <a:br>
              <a:rPr lang="en-GB" sz="2800" i="1" dirty="0"/>
            </a:br>
            <a:r>
              <a:rPr lang="en-GB" sz="2800" i="1" dirty="0"/>
              <a:t>I like to share achievements and significant wins with friends and on social media.</a:t>
            </a:r>
          </a:p>
          <a:p>
            <a:pPr>
              <a:spcBef>
                <a:spcPts val="1200"/>
              </a:spcBef>
            </a:pPr>
            <a:endParaRPr lang="en-GB" sz="2800" i="1" dirty="0"/>
          </a:p>
          <a:p>
            <a:pPr>
              <a:spcBef>
                <a:spcPts val="1200"/>
              </a:spcBef>
            </a:pPr>
            <a:r>
              <a:rPr lang="en-GB" sz="2800" dirty="0"/>
              <a:t>When playing paid online games of chance such as </a:t>
            </a:r>
            <a:r>
              <a:rPr lang="cs-CZ" sz="2800" dirty="0"/>
              <a:t>Fast Play </a:t>
            </a:r>
            <a:r>
              <a:rPr lang="en-US" sz="2800" dirty="0"/>
              <a:t>or Instant Tickets</a:t>
            </a:r>
            <a:r>
              <a:rPr lang="en-GB" sz="2800" dirty="0"/>
              <a:t>, the </a:t>
            </a:r>
            <a:r>
              <a:rPr lang="en-GB" sz="2800" b="1" dirty="0"/>
              <a:t>Team Play feature </a:t>
            </a:r>
            <a:r>
              <a:rPr lang="en-GB" sz="2800" dirty="0"/>
              <a:t>will allow players to form teams and play collaboratively.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Each team </a:t>
            </a:r>
            <a:r>
              <a:rPr lang="en-GB" sz="2800" b="1" dirty="0"/>
              <a:t>member contributes </a:t>
            </a:r>
            <a:r>
              <a:rPr lang="en-GB" sz="2800" dirty="0"/>
              <a:t>to the team's collective score, and the </a:t>
            </a:r>
            <a:r>
              <a:rPr lang="en-GB" sz="2800" b="1" dirty="0"/>
              <a:t>winnings are shared</a:t>
            </a:r>
            <a:r>
              <a:rPr lang="en-GB" sz="2800" dirty="0"/>
              <a:t> among the team members.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They can also share their game results, significant wins and achievements on</a:t>
            </a:r>
            <a:r>
              <a:rPr lang="en-GB" sz="2800" b="1" dirty="0"/>
              <a:t> social media </a:t>
            </a:r>
            <a:r>
              <a:rPr lang="en-GB" sz="2800" dirty="0"/>
              <a:t>(WhatsApp, Telegram,  Facebook/Messenger, or Instagram).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Social sharing and collaborative play fosters a sense of community.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A team of four players could combine their scores to unlock bigger rewards. </a:t>
            </a:r>
          </a:p>
        </p:txBody>
      </p:sp>
    </p:spTree>
    <p:extLst>
      <p:ext uri="{BB962C8B-B14F-4D97-AF65-F5344CB8AC3E}">
        <p14:creationId xmlns:p14="http://schemas.microsoft.com/office/powerpoint/2010/main" val="48374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5C5CE8-A00A-869B-B6F8-DDFBD49A994F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en-GB" b="1" dirty="0"/>
              <a:t>Battle Royale for Jackpot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538941"/>
            <a:ext cx="6400799" cy="925595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love </a:t>
            </a:r>
            <a:r>
              <a:rPr lang="en-GB" sz="2800" b="1" i="1" dirty="0"/>
              <a:t>competitive gaming, </a:t>
            </a:r>
            <a:r>
              <a:rPr lang="en-GB" sz="2800" i="1" dirty="0"/>
              <a:t>with the thrill </a:t>
            </a:r>
            <a:br>
              <a:rPr lang="cs-CZ" sz="2800" i="1" dirty="0"/>
            </a:br>
            <a:r>
              <a:rPr lang="en-GB" sz="2800" i="1" dirty="0"/>
              <a:t>of elimination rounds and the pursuit </a:t>
            </a:r>
            <a:br>
              <a:rPr lang="cs-CZ" sz="2800" i="1" dirty="0"/>
            </a:br>
            <a:r>
              <a:rPr lang="en-GB" sz="2800" i="1" dirty="0"/>
              <a:t>of significant rewards. I value recognition and </a:t>
            </a:r>
            <a:br>
              <a:rPr lang="cs-CZ" sz="2800" i="1" dirty="0"/>
            </a:br>
            <a:r>
              <a:rPr lang="en-GB" sz="2800" i="1" dirty="0"/>
              <a:t>in-game rewards for my performance.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Battle Royale is a paid game of chance, where players compete in a series of rounds, progressively eliminating each other until only one player remains. The last standing player </a:t>
            </a:r>
            <a:r>
              <a:rPr lang="en-GB" sz="2800" b="1" dirty="0"/>
              <a:t>wins a jackpot.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Other top players receive </a:t>
            </a:r>
            <a:r>
              <a:rPr lang="en-GB" sz="2800" b="1" dirty="0"/>
              <a:t>in-game rewards</a:t>
            </a:r>
            <a:r>
              <a:rPr lang="en-GB" sz="2800" dirty="0"/>
              <a:t> such as achievements and bonuses.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All participants earn </a:t>
            </a:r>
            <a:r>
              <a:rPr lang="en-GB" sz="2800" b="1" dirty="0"/>
              <a:t>loyalty rewards </a:t>
            </a:r>
            <a:r>
              <a:rPr lang="en-GB" sz="2800" dirty="0"/>
              <a:t>redeemable for benefits (free spins, deposit bonuses), or for entries into lottery events.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The combination of excitement and tangible rewards provides both immediate gratification and long-term benefits. 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In a match of 100 players, the winner gets the jackpot, and the top 10 players receive </a:t>
            </a:r>
            <a:br>
              <a:rPr lang="cs-CZ" sz="2800" dirty="0"/>
            </a:br>
            <a:r>
              <a:rPr lang="en-GB" sz="2800" dirty="0"/>
              <a:t>in-game rewards. All players earn loyalty rewards for their participation.</a:t>
            </a:r>
          </a:p>
          <a:p>
            <a:pPr>
              <a:spcBef>
                <a:spcPts val="1200"/>
              </a:spcBef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790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747D59-8490-5C77-672F-34B7E3D3BBCA}"/>
              </a:ext>
            </a:extLst>
          </p:cNvPr>
          <p:cNvSpPr/>
          <p:nvPr/>
        </p:nvSpPr>
        <p:spPr>
          <a:xfrm>
            <a:off x="0" y="0"/>
            <a:ext cx="6858000" cy="12093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74166"/>
            <a:ext cx="6400798" cy="92250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Multiplayer Game </a:t>
            </a:r>
            <a:br>
              <a:rPr lang="en-GB" b="1" dirty="0"/>
            </a:br>
            <a:r>
              <a:rPr lang="en-GB" b="1" dirty="0"/>
              <a:t>with Shared Winnings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584955"/>
            <a:ext cx="6400799" cy="897396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GB" sz="2800" i="1" dirty="0"/>
              <a:t>I enjoy games that promote </a:t>
            </a:r>
            <a:r>
              <a:rPr lang="en-GB" sz="2800" b="1" i="1" dirty="0"/>
              <a:t>camaraderie and mutual support</a:t>
            </a:r>
            <a:r>
              <a:rPr lang="en-GB" sz="2800" i="1" dirty="0"/>
              <a:t>. I like to share success with my friends and benefit from collective winnings.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This is a paid </a:t>
            </a:r>
            <a:r>
              <a:rPr lang="en-GB" sz="2800" b="1" dirty="0"/>
              <a:t>multiplayer game of chance </a:t>
            </a:r>
            <a:r>
              <a:rPr lang="en-GB" sz="2800" dirty="0"/>
              <a:t>designed for friends, who can share their winnings with each other.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If any player of the team wins, the winner keeps 50% of the winnings, while the remaining 50% is </a:t>
            </a:r>
            <a:r>
              <a:rPr lang="en-GB" sz="2800" b="1" dirty="0"/>
              <a:t>proportionally distributed </a:t>
            </a:r>
            <a:r>
              <a:rPr lang="en-GB" sz="2800" dirty="0"/>
              <a:t>among the other team members.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There is also a free-to-play option with points and leaderboards where real prizes and bonuses are distributed.</a:t>
            </a:r>
          </a:p>
          <a:p>
            <a:pPr>
              <a:spcBef>
                <a:spcPts val="1200"/>
              </a:spcBef>
            </a:pPr>
            <a:r>
              <a:rPr lang="en-GB" sz="2800" b="1" dirty="0"/>
              <a:t>Everyone benefits, making the game more enjoyable and rewarding.</a:t>
            </a:r>
          </a:p>
          <a:p>
            <a:pPr>
              <a:spcBef>
                <a:spcPts val="1200"/>
              </a:spcBef>
            </a:pPr>
            <a:endParaRPr lang="en-GB" sz="2800" dirty="0"/>
          </a:p>
          <a:p>
            <a:pPr>
              <a:spcBef>
                <a:spcPts val="1200"/>
              </a:spcBef>
            </a:pPr>
            <a:r>
              <a:rPr lang="en-GB" sz="2800" dirty="0"/>
              <a:t>Example of how it works: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If there are 3 players and one winner, </a:t>
            </a:r>
            <a:br>
              <a:rPr lang="cs-CZ" sz="2800" dirty="0"/>
            </a:br>
            <a:r>
              <a:rPr lang="en-GB" sz="2800" dirty="0"/>
              <a:t>the winning player receives 50% of the winnings, the other two players each receive 25% of the winnings.</a:t>
            </a:r>
          </a:p>
        </p:txBody>
      </p:sp>
    </p:spTree>
    <p:extLst>
      <p:ext uri="{BB962C8B-B14F-4D97-AF65-F5344CB8AC3E}">
        <p14:creationId xmlns:p14="http://schemas.microsoft.com/office/powerpoint/2010/main" val="2932225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729</TotalTime>
  <Words>597</Words>
  <Application>Microsoft Office PowerPoint</Application>
  <PresentationFormat>Custom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Exclusive Game Skins</vt:lpstr>
      <vt:lpstr>Team Play with Social Sharing</vt:lpstr>
      <vt:lpstr>Battle Royale for Jackpot  </vt:lpstr>
      <vt:lpstr>Multiplayer Game  with Shared Winnings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Jana Rajsnerová</cp:lastModifiedBy>
  <cp:revision>35</cp:revision>
  <dcterms:created xsi:type="dcterms:W3CDTF">2022-11-09T07:36:23Z</dcterms:created>
  <dcterms:modified xsi:type="dcterms:W3CDTF">2024-07-16T13:53:33Z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