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0"/>
  </p:notesMasterIdLst>
  <p:sldIdLst>
    <p:sldId id="270" r:id="rId2"/>
    <p:sldId id="271" r:id="rId3"/>
    <p:sldId id="272" r:id="rId4"/>
    <p:sldId id="273" r:id="rId5"/>
    <p:sldId id="274" r:id="rId6"/>
    <p:sldId id="275" r:id="rId7"/>
    <p:sldId id="276" r:id="rId8"/>
    <p:sldId id="277" r:id="rId9"/>
  </p:sldIdLst>
  <p:sldSz cx="6858000" cy="10799763"/>
  <p:notesSz cx="6858000" cy="9144000"/>
  <p:custDataLst>
    <p:tags r:id="rId11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AA5F75A-E3A4-4A2D-99AE-428F36FBC90C}" v="9" dt="2025-10-30T16:39:20.52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327" autoAdjust="0"/>
    <p:restoredTop sz="94660"/>
  </p:normalViewPr>
  <p:slideViewPr>
    <p:cSldViewPr snapToGrid="0">
      <p:cViewPr varScale="1">
        <p:scale>
          <a:sx n="65" d="100"/>
          <a:sy n="65" d="100"/>
        </p:scale>
        <p:origin x="367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eter Javornický" userId="3b98f8e0-d449-4f6e-b57d-5f9bfb7a5c2c" providerId="ADAL" clId="{6AA5F75A-E3A4-4A2D-99AE-428F36FBC90C}"/>
    <pc:docChg chg="undo custSel modSld">
      <pc:chgData name="Peter Javornický" userId="3b98f8e0-d449-4f6e-b57d-5f9bfb7a5c2c" providerId="ADAL" clId="{6AA5F75A-E3A4-4A2D-99AE-428F36FBC90C}" dt="2025-10-30T10:02:35.357" v="191"/>
      <pc:docMkLst>
        <pc:docMk/>
      </pc:docMkLst>
      <pc:sldChg chg="addSp delSp modSp mod">
        <pc:chgData name="Peter Javornický" userId="3b98f8e0-d449-4f6e-b57d-5f9bfb7a5c2c" providerId="ADAL" clId="{6AA5F75A-E3A4-4A2D-99AE-428F36FBC90C}" dt="2025-10-30T09:53:44.815" v="56" actId="1035"/>
        <pc:sldMkLst>
          <pc:docMk/>
          <pc:sldMk cId="1523422137" sldId="270"/>
        </pc:sldMkLst>
        <pc:spChg chg="mod">
          <ac:chgData name="Peter Javornický" userId="3b98f8e0-d449-4f6e-b57d-5f9bfb7a5c2c" providerId="ADAL" clId="{6AA5F75A-E3A4-4A2D-99AE-428F36FBC90C}" dt="2025-10-30T09:53:44.815" v="56" actId="1035"/>
          <ac:spMkLst>
            <pc:docMk/>
            <pc:sldMk cId="1523422137" sldId="270"/>
            <ac:spMk id="2" creationId="{F9013BE9-9922-5FC6-B345-324C4730EE01}"/>
          </ac:spMkLst>
        </pc:spChg>
        <pc:spChg chg="mod">
          <ac:chgData name="Peter Javornický" userId="3b98f8e0-d449-4f6e-b57d-5f9bfb7a5c2c" providerId="ADAL" clId="{6AA5F75A-E3A4-4A2D-99AE-428F36FBC90C}" dt="2025-10-30T09:53:44.815" v="56" actId="1035"/>
          <ac:spMkLst>
            <pc:docMk/>
            <pc:sldMk cId="1523422137" sldId="270"/>
            <ac:spMk id="3" creationId="{20508380-EBBD-4C06-2DA1-D8241EF551A5}"/>
          </ac:spMkLst>
        </pc:spChg>
        <pc:spChg chg="add mod">
          <ac:chgData name="Peter Javornický" userId="3b98f8e0-d449-4f6e-b57d-5f9bfb7a5c2c" providerId="ADAL" clId="{6AA5F75A-E3A4-4A2D-99AE-428F36FBC90C}" dt="2025-10-30T09:53:38.798" v="38" actId="113"/>
          <ac:spMkLst>
            <pc:docMk/>
            <pc:sldMk cId="1523422137" sldId="270"/>
            <ac:spMk id="5" creationId="{7A818107-9E64-34F9-8020-43F955720550}"/>
          </ac:spMkLst>
        </pc:spChg>
        <pc:picChg chg="del">
          <ac:chgData name="Peter Javornický" userId="3b98f8e0-d449-4f6e-b57d-5f9bfb7a5c2c" providerId="ADAL" clId="{6AA5F75A-E3A4-4A2D-99AE-428F36FBC90C}" dt="2025-10-30T09:50:04.654" v="0" actId="478"/>
          <ac:picMkLst>
            <pc:docMk/>
            <pc:sldMk cId="1523422137" sldId="270"/>
            <ac:picMk id="8" creationId="{A08047D8-DA43-DB8E-266F-C0966BC36A21}"/>
          </ac:picMkLst>
        </pc:picChg>
      </pc:sldChg>
      <pc:sldChg chg="addSp delSp modSp mod">
        <pc:chgData name="Peter Javornický" userId="3b98f8e0-d449-4f6e-b57d-5f9bfb7a5c2c" providerId="ADAL" clId="{6AA5F75A-E3A4-4A2D-99AE-428F36FBC90C}" dt="2025-10-30T10:00:24.584" v="185"/>
        <pc:sldMkLst>
          <pc:docMk/>
          <pc:sldMk cId="2657097092" sldId="271"/>
        </pc:sldMkLst>
        <pc:spChg chg="mod">
          <ac:chgData name="Peter Javornický" userId="3b98f8e0-d449-4f6e-b57d-5f9bfb7a5c2c" providerId="ADAL" clId="{6AA5F75A-E3A4-4A2D-99AE-428F36FBC90C}" dt="2025-10-30T09:59:10.233" v="79" actId="1036"/>
          <ac:spMkLst>
            <pc:docMk/>
            <pc:sldMk cId="2657097092" sldId="271"/>
            <ac:spMk id="2" creationId="{DB092C3C-3092-3722-47E1-180CEF5B2F99}"/>
          </ac:spMkLst>
        </pc:spChg>
        <pc:spChg chg="mod">
          <ac:chgData name="Peter Javornický" userId="3b98f8e0-d449-4f6e-b57d-5f9bfb7a5c2c" providerId="ADAL" clId="{6AA5F75A-E3A4-4A2D-99AE-428F36FBC90C}" dt="2025-10-30T09:59:10.233" v="79" actId="1036"/>
          <ac:spMkLst>
            <pc:docMk/>
            <pc:sldMk cId="2657097092" sldId="271"/>
            <ac:spMk id="3" creationId="{11FF3B95-B4A4-2936-19BA-CAE3E30D4147}"/>
          </ac:spMkLst>
        </pc:spChg>
        <pc:spChg chg="add mod">
          <ac:chgData name="Peter Javornický" userId="3b98f8e0-d449-4f6e-b57d-5f9bfb7a5c2c" providerId="ADAL" clId="{6AA5F75A-E3A4-4A2D-99AE-428F36FBC90C}" dt="2025-10-30T10:00:24.584" v="185"/>
          <ac:spMkLst>
            <pc:docMk/>
            <pc:sldMk cId="2657097092" sldId="271"/>
            <ac:spMk id="6" creationId="{95FC884F-E8BC-A50D-433F-7F98FFA4DACA}"/>
          </ac:spMkLst>
        </pc:spChg>
        <pc:picChg chg="del">
          <ac:chgData name="Peter Javornický" userId="3b98f8e0-d449-4f6e-b57d-5f9bfb7a5c2c" providerId="ADAL" clId="{6AA5F75A-E3A4-4A2D-99AE-428F36FBC90C}" dt="2025-10-30T09:50:44.417" v="1" actId="478"/>
          <ac:picMkLst>
            <pc:docMk/>
            <pc:sldMk cId="2657097092" sldId="271"/>
            <ac:picMk id="4" creationId="{9DA1FF6D-1C26-7144-6183-0279E894E11D}"/>
          </ac:picMkLst>
        </pc:picChg>
      </pc:sldChg>
      <pc:sldChg chg="addSp delSp modSp mod">
        <pc:chgData name="Peter Javornický" userId="3b98f8e0-d449-4f6e-b57d-5f9bfb7a5c2c" providerId="ADAL" clId="{6AA5F75A-E3A4-4A2D-99AE-428F36FBC90C}" dt="2025-10-30T10:00:41.493" v="186"/>
        <pc:sldMkLst>
          <pc:docMk/>
          <pc:sldMk cId="4117134501" sldId="272"/>
        </pc:sldMkLst>
        <pc:spChg chg="mod">
          <ac:chgData name="Peter Javornický" userId="3b98f8e0-d449-4f6e-b57d-5f9bfb7a5c2c" providerId="ADAL" clId="{6AA5F75A-E3A4-4A2D-99AE-428F36FBC90C}" dt="2025-10-30T09:59:21.614" v="96" actId="1036"/>
          <ac:spMkLst>
            <pc:docMk/>
            <pc:sldMk cId="4117134501" sldId="272"/>
            <ac:spMk id="2" creationId="{BDFBA029-F31B-DD6C-CA72-33408696EB27}"/>
          </ac:spMkLst>
        </pc:spChg>
        <pc:spChg chg="mod">
          <ac:chgData name="Peter Javornický" userId="3b98f8e0-d449-4f6e-b57d-5f9bfb7a5c2c" providerId="ADAL" clId="{6AA5F75A-E3A4-4A2D-99AE-428F36FBC90C}" dt="2025-10-30T09:59:21.614" v="96" actId="1036"/>
          <ac:spMkLst>
            <pc:docMk/>
            <pc:sldMk cId="4117134501" sldId="272"/>
            <ac:spMk id="3" creationId="{1BE5FDD3-6C55-0DAD-2A43-202A38AF04D0}"/>
          </ac:spMkLst>
        </pc:spChg>
        <pc:spChg chg="add mod">
          <ac:chgData name="Peter Javornický" userId="3b98f8e0-d449-4f6e-b57d-5f9bfb7a5c2c" providerId="ADAL" clId="{6AA5F75A-E3A4-4A2D-99AE-428F36FBC90C}" dt="2025-10-30T10:00:41.493" v="186"/>
          <ac:spMkLst>
            <pc:docMk/>
            <pc:sldMk cId="4117134501" sldId="272"/>
            <ac:spMk id="6" creationId="{2549A629-5EE6-5C4C-5417-DF725F0CE80C}"/>
          </ac:spMkLst>
        </pc:spChg>
        <pc:picChg chg="del">
          <ac:chgData name="Peter Javornický" userId="3b98f8e0-d449-4f6e-b57d-5f9bfb7a5c2c" providerId="ADAL" clId="{6AA5F75A-E3A4-4A2D-99AE-428F36FBC90C}" dt="2025-10-30T09:50:47.739" v="2" actId="478"/>
          <ac:picMkLst>
            <pc:docMk/>
            <pc:sldMk cId="4117134501" sldId="272"/>
            <ac:picMk id="4" creationId="{A1CA2D95-5DBC-90EF-F8C2-CDF13C985B67}"/>
          </ac:picMkLst>
        </pc:picChg>
      </pc:sldChg>
      <pc:sldChg chg="addSp delSp modSp mod">
        <pc:chgData name="Peter Javornický" userId="3b98f8e0-d449-4f6e-b57d-5f9bfb7a5c2c" providerId="ADAL" clId="{6AA5F75A-E3A4-4A2D-99AE-428F36FBC90C}" dt="2025-10-30T10:00:56.995" v="187"/>
        <pc:sldMkLst>
          <pc:docMk/>
          <pc:sldMk cId="116364638" sldId="273"/>
        </pc:sldMkLst>
        <pc:spChg chg="mod">
          <ac:chgData name="Peter Javornický" userId="3b98f8e0-d449-4f6e-b57d-5f9bfb7a5c2c" providerId="ADAL" clId="{6AA5F75A-E3A4-4A2D-99AE-428F36FBC90C}" dt="2025-10-30T09:59:32.101" v="122" actId="1036"/>
          <ac:spMkLst>
            <pc:docMk/>
            <pc:sldMk cId="116364638" sldId="273"/>
            <ac:spMk id="2" creationId="{3F7E6D62-92F5-EBBD-4C0E-50AECE62D30A}"/>
          </ac:spMkLst>
        </pc:spChg>
        <pc:spChg chg="mod">
          <ac:chgData name="Peter Javornický" userId="3b98f8e0-d449-4f6e-b57d-5f9bfb7a5c2c" providerId="ADAL" clId="{6AA5F75A-E3A4-4A2D-99AE-428F36FBC90C}" dt="2025-10-30T09:59:32.101" v="122" actId="1036"/>
          <ac:spMkLst>
            <pc:docMk/>
            <pc:sldMk cId="116364638" sldId="273"/>
            <ac:spMk id="3" creationId="{93E73553-AF49-C849-8FDD-ED3874C9D289}"/>
          </ac:spMkLst>
        </pc:spChg>
        <pc:spChg chg="add mod">
          <ac:chgData name="Peter Javornický" userId="3b98f8e0-d449-4f6e-b57d-5f9bfb7a5c2c" providerId="ADAL" clId="{6AA5F75A-E3A4-4A2D-99AE-428F36FBC90C}" dt="2025-10-30T10:00:56.995" v="187"/>
          <ac:spMkLst>
            <pc:docMk/>
            <pc:sldMk cId="116364638" sldId="273"/>
            <ac:spMk id="6" creationId="{5846F193-E2F8-C977-4BB4-6150C10ADA2D}"/>
          </ac:spMkLst>
        </pc:spChg>
        <pc:picChg chg="del">
          <ac:chgData name="Peter Javornický" userId="3b98f8e0-d449-4f6e-b57d-5f9bfb7a5c2c" providerId="ADAL" clId="{6AA5F75A-E3A4-4A2D-99AE-428F36FBC90C}" dt="2025-10-30T09:50:50.799" v="3" actId="478"/>
          <ac:picMkLst>
            <pc:docMk/>
            <pc:sldMk cId="116364638" sldId="273"/>
            <ac:picMk id="8" creationId="{B1254CB5-2838-29A4-1FA1-80B46FD48ED4}"/>
          </ac:picMkLst>
        </pc:picChg>
      </pc:sldChg>
      <pc:sldChg chg="addSp delSp modSp mod">
        <pc:chgData name="Peter Javornický" userId="3b98f8e0-d449-4f6e-b57d-5f9bfb7a5c2c" providerId="ADAL" clId="{6AA5F75A-E3A4-4A2D-99AE-428F36FBC90C}" dt="2025-10-30T10:01:12.598" v="188"/>
        <pc:sldMkLst>
          <pc:docMk/>
          <pc:sldMk cId="2678950995" sldId="274"/>
        </pc:sldMkLst>
        <pc:spChg chg="mod">
          <ac:chgData name="Peter Javornický" userId="3b98f8e0-d449-4f6e-b57d-5f9bfb7a5c2c" providerId="ADAL" clId="{6AA5F75A-E3A4-4A2D-99AE-428F36FBC90C}" dt="2025-10-30T09:59:39.857" v="137" actId="1036"/>
          <ac:spMkLst>
            <pc:docMk/>
            <pc:sldMk cId="2678950995" sldId="274"/>
            <ac:spMk id="2" creationId="{BB883107-7CBE-E30D-8188-6AAEE76BF9A8}"/>
          </ac:spMkLst>
        </pc:spChg>
        <pc:spChg chg="mod">
          <ac:chgData name="Peter Javornický" userId="3b98f8e0-d449-4f6e-b57d-5f9bfb7a5c2c" providerId="ADAL" clId="{6AA5F75A-E3A4-4A2D-99AE-428F36FBC90C}" dt="2025-10-30T09:59:39.857" v="137" actId="1036"/>
          <ac:spMkLst>
            <pc:docMk/>
            <pc:sldMk cId="2678950995" sldId="274"/>
            <ac:spMk id="3" creationId="{C67A2A6F-3200-5ADF-8480-0888F48E35C2}"/>
          </ac:spMkLst>
        </pc:spChg>
        <pc:spChg chg="add mod">
          <ac:chgData name="Peter Javornický" userId="3b98f8e0-d449-4f6e-b57d-5f9bfb7a5c2c" providerId="ADAL" clId="{6AA5F75A-E3A4-4A2D-99AE-428F36FBC90C}" dt="2025-10-30T10:01:12.598" v="188"/>
          <ac:spMkLst>
            <pc:docMk/>
            <pc:sldMk cId="2678950995" sldId="274"/>
            <ac:spMk id="8" creationId="{59F2E3D5-E601-CFC5-A1E9-A6A9C611A32E}"/>
          </ac:spMkLst>
        </pc:spChg>
        <pc:picChg chg="del">
          <ac:chgData name="Peter Javornický" userId="3b98f8e0-d449-4f6e-b57d-5f9bfb7a5c2c" providerId="ADAL" clId="{6AA5F75A-E3A4-4A2D-99AE-428F36FBC90C}" dt="2025-10-30T09:50:54.600" v="4" actId="478"/>
          <ac:picMkLst>
            <pc:docMk/>
            <pc:sldMk cId="2678950995" sldId="274"/>
            <ac:picMk id="6" creationId="{F0ED6545-4409-8536-5E17-BD22F70176F2}"/>
          </ac:picMkLst>
        </pc:picChg>
      </pc:sldChg>
      <pc:sldChg chg="addSp delSp modSp mod">
        <pc:chgData name="Peter Javornický" userId="3b98f8e0-d449-4f6e-b57d-5f9bfb7a5c2c" providerId="ADAL" clId="{6AA5F75A-E3A4-4A2D-99AE-428F36FBC90C}" dt="2025-10-30T10:02:02.519" v="189"/>
        <pc:sldMkLst>
          <pc:docMk/>
          <pc:sldMk cId="790849571" sldId="275"/>
        </pc:sldMkLst>
        <pc:spChg chg="mod">
          <ac:chgData name="Peter Javornický" userId="3b98f8e0-d449-4f6e-b57d-5f9bfb7a5c2c" providerId="ADAL" clId="{6AA5F75A-E3A4-4A2D-99AE-428F36FBC90C}" dt="2025-10-30T09:59:50.253" v="155" actId="1036"/>
          <ac:spMkLst>
            <pc:docMk/>
            <pc:sldMk cId="790849571" sldId="275"/>
            <ac:spMk id="2" creationId="{552CB002-3F5A-39B1-37DD-C3E496E0E3E9}"/>
          </ac:spMkLst>
        </pc:spChg>
        <pc:spChg chg="mod">
          <ac:chgData name="Peter Javornický" userId="3b98f8e0-d449-4f6e-b57d-5f9bfb7a5c2c" providerId="ADAL" clId="{6AA5F75A-E3A4-4A2D-99AE-428F36FBC90C}" dt="2025-10-30T09:59:50.253" v="155" actId="1036"/>
          <ac:spMkLst>
            <pc:docMk/>
            <pc:sldMk cId="790849571" sldId="275"/>
            <ac:spMk id="3" creationId="{024448EB-1F88-BAF0-4022-2B1C541766C7}"/>
          </ac:spMkLst>
        </pc:spChg>
        <pc:spChg chg="add mod">
          <ac:chgData name="Peter Javornický" userId="3b98f8e0-d449-4f6e-b57d-5f9bfb7a5c2c" providerId="ADAL" clId="{6AA5F75A-E3A4-4A2D-99AE-428F36FBC90C}" dt="2025-10-30T10:02:02.519" v="189"/>
          <ac:spMkLst>
            <pc:docMk/>
            <pc:sldMk cId="790849571" sldId="275"/>
            <ac:spMk id="8" creationId="{1CAD5C1B-5570-030F-32D9-29D4CE87EA6A}"/>
          </ac:spMkLst>
        </pc:spChg>
        <pc:picChg chg="del">
          <ac:chgData name="Peter Javornický" userId="3b98f8e0-d449-4f6e-b57d-5f9bfb7a5c2c" providerId="ADAL" clId="{6AA5F75A-E3A4-4A2D-99AE-428F36FBC90C}" dt="2025-10-30T09:50:57.918" v="5" actId="478"/>
          <ac:picMkLst>
            <pc:docMk/>
            <pc:sldMk cId="790849571" sldId="275"/>
            <ac:picMk id="4" creationId="{EB4DCFFA-CD06-7CE0-1B34-ADA54F59B392}"/>
          </ac:picMkLst>
        </pc:picChg>
      </pc:sldChg>
      <pc:sldChg chg="addSp delSp modSp mod">
        <pc:chgData name="Peter Javornický" userId="3b98f8e0-d449-4f6e-b57d-5f9bfb7a5c2c" providerId="ADAL" clId="{6AA5F75A-E3A4-4A2D-99AE-428F36FBC90C}" dt="2025-10-30T10:02:20.001" v="190"/>
        <pc:sldMkLst>
          <pc:docMk/>
          <pc:sldMk cId="697953841" sldId="276"/>
        </pc:sldMkLst>
        <pc:spChg chg="mod">
          <ac:chgData name="Peter Javornický" userId="3b98f8e0-d449-4f6e-b57d-5f9bfb7a5c2c" providerId="ADAL" clId="{6AA5F75A-E3A4-4A2D-99AE-428F36FBC90C}" dt="2025-10-30T09:59:57.350" v="168" actId="1036"/>
          <ac:spMkLst>
            <pc:docMk/>
            <pc:sldMk cId="697953841" sldId="276"/>
            <ac:spMk id="2" creationId="{307EC3A0-2258-0403-A3BB-1AC8F74205B4}"/>
          </ac:spMkLst>
        </pc:spChg>
        <pc:spChg chg="mod">
          <ac:chgData name="Peter Javornický" userId="3b98f8e0-d449-4f6e-b57d-5f9bfb7a5c2c" providerId="ADAL" clId="{6AA5F75A-E3A4-4A2D-99AE-428F36FBC90C}" dt="2025-10-30T09:59:57.350" v="168" actId="1036"/>
          <ac:spMkLst>
            <pc:docMk/>
            <pc:sldMk cId="697953841" sldId="276"/>
            <ac:spMk id="3" creationId="{1C39F049-D047-43E1-FCC9-C1A49D38719D}"/>
          </ac:spMkLst>
        </pc:spChg>
        <pc:spChg chg="add mod">
          <ac:chgData name="Peter Javornický" userId="3b98f8e0-d449-4f6e-b57d-5f9bfb7a5c2c" providerId="ADAL" clId="{6AA5F75A-E3A4-4A2D-99AE-428F36FBC90C}" dt="2025-10-30T10:02:20.001" v="190"/>
          <ac:spMkLst>
            <pc:docMk/>
            <pc:sldMk cId="697953841" sldId="276"/>
            <ac:spMk id="5" creationId="{A0A5B53F-61D5-3315-A3BE-552CF3A0ECEC}"/>
          </ac:spMkLst>
        </pc:spChg>
        <pc:picChg chg="del">
          <ac:chgData name="Peter Javornický" userId="3b98f8e0-d449-4f6e-b57d-5f9bfb7a5c2c" providerId="ADAL" clId="{6AA5F75A-E3A4-4A2D-99AE-428F36FBC90C}" dt="2025-10-30T09:51:03.811" v="6" actId="478"/>
          <ac:picMkLst>
            <pc:docMk/>
            <pc:sldMk cId="697953841" sldId="276"/>
            <ac:picMk id="4" creationId="{39E74C99-C9D9-D553-24F4-05D7CE78B40E}"/>
          </ac:picMkLst>
        </pc:picChg>
      </pc:sldChg>
      <pc:sldChg chg="addSp delSp modSp mod">
        <pc:chgData name="Peter Javornický" userId="3b98f8e0-d449-4f6e-b57d-5f9bfb7a5c2c" providerId="ADAL" clId="{6AA5F75A-E3A4-4A2D-99AE-428F36FBC90C}" dt="2025-10-30T10:02:35.357" v="191"/>
        <pc:sldMkLst>
          <pc:docMk/>
          <pc:sldMk cId="3012535913" sldId="277"/>
        </pc:sldMkLst>
        <pc:spChg chg="mod">
          <ac:chgData name="Peter Javornický" userId="3b98f8e0-d449-4f6e-b57d-5f9bfb7a5c2c" providerId="ADAL" clId="{6AA5F75A-E3A4-4A2D-99AE-428F36FBC90C}" dt="2025-10-30T10:00:05.306" v="184" actId="1036"/>
          <ac:spMkLst>
            <pc:docMk/>
            <pc:sldMk cId="3012535913" sldId="277"/>
            <ac:spMk id="2" creationId="{BED3B3F0-558C-C1CC-EB01-9F890EC1A001}"/>
          </ac:spMkLst>
        </pc:spChg>
        <pc:spChg chg="mod">
          <ac:chgData name="Peter Javornický" userId="3b98f8e0-d449-4f6e-b57d-5f9bfb7a5c2c" providerId="ADAL" clId="{6AA5F75A-E3A4-4A2D-99AE-428F36FBC90C}" dt="2025-10-30T10:00:05.306" v="184" actId="1036"/>
          <ac:spMkLst>
            <pc:docMk/>
            <pc:sldMk cId="3012535913" sldId="277"/>
            <ac:spMk id="3" creationId="{0234B5EC-8CE6-A834-82E8-00CB4328E165}"/>
          </ac:spMkLst>
        </pc:spChg>
        <pc:spChg chg="add mod">
          <ac:chgData name="Peter Javornický" userId="3b98f8e0-d449-4f6e-b57d-5f9bfb7a5c2c" providerId="ADAL" clId="{6AA5F75A-E3A4-4A2D-99AE-428F36FBC90C}" dt="2025-10-30T10:02:35.357" v="191"/>
          <ac:spMkLst>
            <pc:docMk/>
            <pc:sldMk cId="3012535913" sldId="277"/>
            <ac:spMk id="4" creationId="{475CF02C-1102-5C87-A833-086AFFA4D2DE}"/>
          </ac:spMkLst>
        </pc:spChg>
        <pc:picChg chg="del">
          <ac:chgData name="Peter Javornický" userId="3b98f8e0-d449-4f6e-b57d-5f9bfb7a5c2c" providerId="ADAL" clId="{6AA5F75A-E3A4-4A2D-99AE-428F36FBC90C}" dt="2025-10-30T09:51:07.587" v="7" actId="478"/>
          <ac:picMkLst>
            <pc:docMk/>
            <pc:sldMk cId="3012535913" sldId="277"/>
            <ac:picMk id="6" creationId="{E6BD82B8-3C59-17B6-BA2B-F8CE37B041E2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BF10F7-B6C5-4722-8A86-628EEC0363DA}" type="datetimeFigureOut">
              <a:rPr lang="en-US" smtClean="0"/>
              <a:t>10/30/2025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449513" y="1143000"/>
            <a:ext cx="19589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EF3203-849B-4784-BD5D-A210CDCB2B3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97423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ffectLst/>
              </a:rPr>
              <a:t>Christmas AR Message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EF3203-849B-4784-BD5D-A210CDCB2B30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54955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B94E0F-0BC9-970D-7737-AF90F5C968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765663-095D-E931-85FD-6E48B3D23B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28684C-7615-B9F8-893D-916B9A635D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>
                <a:effectLst/>
              </a:rPr>
              <a:t>Elf Yourself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5BDCCD-CFB1-58A8-3E4C-A08077C21D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EF3203-849B-4784-BD5D-A210CDCB2B3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0245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0D5329-4541-42A3-2908-8CC6B0325F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CFFE9F-4416-2FF7-DB0B-FDA0889858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CADEEA-C1A1-3EF4-9872-C6C0967D54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>
                <a:effectLst/>
              </a:rPr>
              <a:t>AR Christmas Mini Game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CBFCED-CFBE-F058-5767-62E0AEE0F9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EF3203-849B-4784-BD5D-A210CDCB2B3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14628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8D033B-6D30-624D-09FF-B8F6AA860C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52E0A1-72CE-EB7D-2BF2-856FAFFBD4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168D0A-0450-B6CA-EAE0-9114321576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ffectLst/>
              </a:rPr>
              <a:t>Christmas </a:t>
            </a:r>
            <a:r>
              <a:rPr lang="cs-CZ" dirty="0">
                <a:effectLst/>
              </a:rPr>
              <a:t>Lip Sync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DBDE20-7355-19D4-D20F-B0B66D3116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EF3203-849B-4784-BD5D-A210CDCB2B3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0345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FF7DB8-52F6-FA3C-92A3-D46F268687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63B4BF-3A9B-118F-3280-324E7B4F0E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AACCA1-223E-6282-F45E-3F767EF5C3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>
                <a:effectLst/>
              </a:rPr>
              <a:t>Christmas Duet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AFEB05-8337-747E-71F1-D024185C75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EF3203-849B-4784-BD5D-A210CDCB2B3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970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3FCEC3-8BB3-C05E-854A-7F988372E5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56CCFA-1A66-5A59-8B7B-0D05581E9E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3F5D4D-6D12-C8DF-E852-8207461719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>
                <a:effectLst/>
              </a:rPr>
              <a:t>Christmas Cake Suprise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8E1D55-87BA-EFE1-E878-BA08A84D9C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EF3203-849B-4784-BD5D-A210CDCB2B3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85203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C826F1-8EDC-9D06-0805-12384859E0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5C3221-D2CF-C411-7C17-2BEEB86009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AA35BD-A72D-9105-8BCF-F391BB7B07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Birthday Message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AD270E-F3D0-B1EB-48FE-EFF708523A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EF3203-849B-4784-BD5D-A210CDCB2B3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0621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CB3B23-A024-15BF-27DF-AF46D9D9E1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AB05ED-B8EB-F48A-2B46-AEABB96CC0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F714BD-2847-43E5-AE9D-9E3381C43F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Valentine Message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28CF1B-EFB1-620D-0ABB-966557AAEE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EF3203-849B-4784-BD5D-A210CDCB2B3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15962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ncept - Širš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5288" y="357050"/>
            <a:ext cx="6361042" cy="92250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71AA04-A0F8-87B9-B272-01F3327D49C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25288" y="1279525"/>
            <a:ext cx="6361042" cy="9255953"/>
          </a:xfrm>
        </p:spPr>
        <p:txBody>
          <a:bodyPr>
            <a:normAutofit/>
          </a:bodyPr>
          <a:lstStyle>
            <a:lvl1pPr>
              <a:defRPr sz="3600"/>
            </a:lvl1pPr>
            <a:lvl2pPr>
              <a:defRPr sz="36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9543878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ncept Užš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4312" y="357050"/>
            <a:ext cx="6069497" cy="92250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71AA04-A0F8-87B9-B272-01F3327D49C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4312" y="1279525"/>
            <a:ext cx="6069497" cy="9255953"/>
          </a:xfrm>
        </p:spPr>
        <p:txBody>
          <a:bodyPr>
            <a:normAutofit/>
          </a:bodyPr>
          <a:lstStyle>
            <a:lvl1pPr>
              <a:defRPr sz="3600"/>
            </a:lvl1pPr>
            <a:lvl2pPr>
              <a:defRPr sz="36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6733643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de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71AA04-A0F8-87B9-B272-01F3327D49C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9270" y="357809"/>
            <a:ext cx="6626087" cy="10177669"/>
          </a:xfrm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6600"/>
            </a:lvl1pPr>
            <a:lvl2pPr>
              <a:defRPr sz="40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577700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357050"/>
            <a:ext cx="5915025" cy="9225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1444488"/>
            <a:ext cx="5915025" cy="89982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363710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0" indent="0" algn="l" defTabSz="685800" rtl="0" eaLnBrk="1" latinLnBrk="0" hangingPunct="1">
        <a:lnSpc>
          <a:spcPct val="90000"/>
        </a:lnSpc>
        <a:spcBef>
          <a:spcPts val="750"/>
        </a:spcBef>
        <a:buFontTx/>
        <a:buNone/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0" algn="l" defTabSz="685800" rtl="0" eaLnBrk="1" latinLnBrk="0" hangingPunct="1">
        <a:lnSpc>
          <a:spcPct val="90000"/>
        </a:lnSpc>
        <a:spcBef>
          <a:spcPts val="375"/>
        </a:spcBef>
        <a:buFontTx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0" algn="l" defTabSz="685800" rtl="0" eaLnBrk="1" latinLnBrk="0" hangingPunct="1">
        <a:lnSpc>
          <a:spcPct val="90000"/>
        </a:lnSpc>
        <a:spcBef>
          <a:spcPts val="375"/>
        </a:spcBef>
        <a:buFontTx/>
        <a:buNone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indent="0" algn="l" defTabSz="685800" rtl="0" eaLnBrk="1" latinLnBrk="0" hangingPunct="1">
        <a:lnSpc>
          <a:spcPct val="90000"/>
        </a:lnSpc>
        <a:spcBef>
          <a:spcPts val="375"/>
        </a:spcBef>
        <a:buFontTx/>
        <a:buNone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0" algn="l" defTabSz="685800" rtl="0" eaLnBrk="1" latinLnBrk="0" hangingPunct="1">
        <a:lnSpc>
          <a:spcPct val="90000"/>
        </a:lnSpc>
        <a:spcBef>
          <a:spcPts val="375"/>
        </a:spcBef>
        <a:buFontTx/>
        <a:buNone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013BE9-9922-5FC6-B345-324C4730EE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843" y="638321"/>
            <a:ext cx="6351105" cy="922506"/>
          </a:xfrm>
        </p:spPr>
        <p:txBody>
          <a:bodyPr>
            <a:noAutofit/>
          </a:bodyPr>
          <a:lstStyle/>
          <a:p>
            <a:r>
              <a:rPr lang="cs-CZ" sz="2800" dirty="0"/>
              <a:t>Představte si, že právě byla uvedena na trh nová </a:t>
            </a:r>
            <a:r>
              <a:rPr lang="cs-CZ" sz="2800" b="1" u="sng" dirty="0"/>
              <a:t>personalizovaná video </a:t>
            </a:r>
            <a:r>
              <a:rPr lang="cs-CZ" sz="2800" dirty="0"/>
              <a:t>stírací karta!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508380-EBBD-4C06-2DA1-D8241EF551A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8843" y="1972702"/>
            <a:ext cx="6500191" cy="6842591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  <a:buNone/>
            </a:pPr>
            <a:r>
              <a:rPr lang="cs-CZ" sz="2300" dirty="0"/>
              <a:t>🎁 </a:t>
            </a:r>
            <a:r>
              <a:rPr lang="cs-CZ" sz="2300" dirty="0">
                <a:effectLst/>
              </a:rPr>
              <a:t>Tento vánoční dárkový stírací los </a:t>
            </a:r>
            <a:r>
              <a:rPr lang="en-GB" sz="2300" dirty="0">
                <a:effectLst/>
              </a:rPr>
              <a:t>se prod</a:t>
            </a:r>
            <a:r>
              <a:rPr lang="sk-SK" sz="2300" dirty="0">
                <a:effectLst/>
              </a:rPr>
              <a:t>ává za </a:t>
            </a:r>
            <a:r>
              <a:rPr lang="cs-CZ" sz="2300" dirty="0">
                <a:effectLst/>
              </a:rPr>
              <a:t>250 Kč a pro obdarovaného zaručuje výhru. Je ideální jako dárek pod stromeček</a:t>
            </a:r>
            <a:r>
              <a:rPr lang="cs-CZ" sz="2300" dirty="0"/>
              <a:t>.</a:t>
            </a:r>
          </a:p>
          <a:p>
            <a:pPr>
              <a:spcBef>
                <a:spcPts val="600"/>
              </a:spcBef>
              <a:buNone/>
            </a:pPr>
            <a:r>
              <a:rPr lang="cs-CZ" sz="2300" dirty="0">
                <a:effectLst/>
              </a:rPr>
              <a:t>Na přední straně losu je umístěn QR kód, který lze naskenovat telefonem. Po naskenování můžete nahrát krátké video, ve kterém popřejete obdarovanému šťastné a veselé Vánoce. </a:t>
            </a:r>
            <a:br>
              <a:rPr lang="cs-CZ" sz="2300" dirty="0">
                <a:effectLst/>
              </a:rPr>
            </a:br>
            <a:r>
              <a:rPr lang="cs-CZ" sz="2300" dirty="0">
                <a:effectLst/>
              </a:rPr>
              <a:t>Po natočení se na video automaticky přidá vánoční filtr s tematickým designem</a:t>
            </a:r>
            <a:endParaRPr lang="cs-CZ" sz="2300" dirty="0"/>
          </a:p>
          <a:p>
            <a:pPr>
              <a:spcBef>
                <a:spcPts val="600"/>
              </a:spcBef>
              <a:buNone/>
            </a:pPr>
            <a:r>
              <a:rPr lang="cs-CZ" sz="2300" dirty="0"/>
              <a:t>🎄 </a:t>
            </a:r>
            <a:r>
              <a:rPr lang="cs-CZ" sz="2300" dirty="0">
                <a:effectLst/>
              </a:rPr>
              <a:t>Ten, komu los darujete, si ho může setřít, zjistit svou výhru a naskenovat QR kód. Vaše osobní přání se mu zobrazí přímo nad losem, oživené pomocí rozšířené reality a zábavných digitálních prvků</a:t>
            </a:r>
            <a:r>
              <a:rPr lang="cs-CZ" sz="2300" dirty="0"/>
              <a:t>.</a:t>
            </a:r>
          </a:p>
          <a:p>
            <a:pPr>
              <a:spcBef>
                <a:spcPts val="600"/>
              </a:spcBef>
            </a:pPr>
            <a:r>
              <a:rPr lang="cs-CZ" sz="2300" dirty="0"/>
              <a:t>🛒 T</a:t>
            </a:r>
            <a:r>
              <a:rPr lang="cs-CZ" sz="2300" dirty="0">
                <a:effectLst/>
              </a:rPr>
              <a:t>ento los by byl dostupný na všech prodejních místech, kde se prodávají stírací losy, nebo online na příslušných webových stránkách a v aplikacích.</a:t>
            </a:r>
            <a:endParaRPr lang="cs-CZ" sz="2300" dirty="0"/>
          </a:p>
          <a:p>
            <a:pPr>
              <a:spcBef>
                <a:spcPts val="600"/>
              </a:spcBef>
            </a:pPr>
            <a:endParaRPr lang="cs-CZ" sz="2300" dirty="0"/>
          </a:p>
        </p:txBody>
      </p:sp>
      <p:pic>
        <p:nvPicPr>
          <p:cNvPr id="9" name="Picture 8" descr="A hand holding a cell phone with a picture of a family&#10;&#10;AI-generated content may be incorrect.">
            <a:extLst>
              <a:ext uri="{FF2B5EF4-FFF2-40B4-BE49-F238E27FC236}">
                <a16:creationId xmlns:a16="http://schemas.microsoft.com/office/drawing/2014/main" id="{161D5C73-4955-21AD-7364-C934BE3A5C77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58336" y="8122115"/>
            <a:ext cx="2203283" cy="2684771"/>
          </a:xfrm>
          <a:prstGeom prst="rect">
            <a:avLst/>
          </a:prstGeom>
        </p:spPr>
      </p:pic>
      <p:pic>
        <p:nvPicPr>
          <p:cNvPr id="11" name="Picture 10" descr="A christmas card on a table&#10;&#10;AI-generated content may be incorrect.">
            <a:extLst>
              <a:ext uri="{FF2B5EF4-FFF2-40B4-BE49-F238E27FC236}">
                <a16:creationId xmlns:a16="http://schemas.microsoft.com/office/drawing/2014/main" id="{193FABA1-6ABF-1D88-A175-C8F305BF9835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00258" y="8122116"/>
            <a:ext cx="2150865" cy="2672177"/>
          </a:xfrm>
          <a:prstGeom prst="rect">
            <a:avLst/>
          </a:prstGeom>
        </p:spPr>
      </p:pic>
      <p:pic>
        <p:nvPicPr>
          <p:cNvPr id="13" name="Picture 12" descr="A hand holding a phone with a screen showing a christmas tree&#10;&#10;AI-generated content may be incorrect.">
            <a:extLst>
              <a:ext uri="{FF2B5EF4-FFF2-40B4-BE49-F238E27FC236}">
                <a16:creationId xmlns:a16="http://schemas.microsoft.com/office/drawing/2014/main" id="{8A2666C6-5073-7B79-56AC-1EA5FDE7D70C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59024" y="8122116"/>
            <a:ext cx="2390895" cy="267217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A818107-9E64-34F9-8020-43F955720550}"/>
              </a:ext>
            </a:extLst>
          </p:cNvPr>
          <p:cNvSpPr txBox="1"/>
          <p:nvPr/>
        </p:nvSpPr>
        <p:spPr>
          <a:xfrm>
            <a:off x="-50354" y="0"/>
            <a:ext cx="44187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cs-CZ" b="1" dirty="0" err="1"/>
              <a:t>Concept</a:t>
            </a:r>
            <a:r>
              <a:rPr lang="cs-CZ" b="1" dirty="0"/>
              <a:t>: 2 CZ </a:t>
            </a:r>
            <a:r>
              <a:rPr lang="cs-CZ" b="1" dirty="0" err="1"/>
              <a:t>Christmas</a:t>
            </a:r>
            <a:r>
              <a:rPr lang="cs-CZ" b="1" dirty="0"/>
              <a:t> AR </a:t>
            </a:r>
            <a:r>
              <a:rPr lang="cs-CZ" b="1" dirty="0" err="1"/>
              <a:t>Message</a:t>
            </a:r>
            <a:endParaRPr lang="cs-CZ" b="1" dirty="0"/>
          </a:p>
        </p:txBody>
      </p:sp>
    </p:spTree>
    <p:extLst>
      <p:ext uri="{BB962C8B-B14F-4D97-AF65-F5344CB8AC3E}">
        <p14:creationId xmlns:p14="http://schemas.microsoft.com/office/powerpoint/2010/main" val="15234221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7CB145-674B-6AC8-5427-005B7D811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092C3C-3092-3722-47E1-180CEF5B2F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3447" y="553361"/>
            <a:ext cx="6351105" cy="922506"/>
          </a:xfrm>
        </p:spPr>
        <p:txBody>
          <a:bodyPr>
            <a:noAutofit/>
          </a:bodyPr>
          <a:lstStyle/>
          <a:p>
            <a:r>
              <a:rPr lang="cs-CZ" sz="2800" noProof="1"/>
              <a:t>Představte</a:t>
            </a:r>
            <a:r>
              <a:rPr lang="cs-CZ" sz="2800" dirty="0"/>
              <a:t> si, že byla uvedena na trh zábavná nová tematická stírací karta </a:t>
            </a:r>
            <a:br>
              <a:rPr lang="cs-CZ" sz="2800" dirty="0"/>
            </a:br>
            <a:r>
              <a:rPr lang="cs-CZ" sz="2800" dirty="0"/>
              <a:t>s </a:t>
            </a:r>
            <a:r>
              <a:rPr lang="cs-CZ" sz="2800" b="1" u="sng" dirty="0"/>
              <a:t>rozšířenou realitou: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FF3B95-B4A4-2936-19BA-CAE3E30D414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8843" y="1801596"/>
            <a:ext cx="6500191" cy="9094304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  <a:buNone/>
            </a:pPr>
            <a:r>
              <a:rPr lang="cs-CZ" sz="2200" dirty="0"/>
              <a:t>🎁 </a:t>
            </a:r>
            <a:r>
              <a:rPr lang="cs-CZ" sz="2200" dirty="0">
                <a:effectLst/>
              </a:rPr>
              <a:t>Tento vánoční dárkový stírací los </a:t>
            </a:r>
            <a:r>
              <a:rPr lang="en-GB" sz="2200" dirty="0">
                <a:effectLst/>
              </a:rPr>
              <a:t>se prod</a:t>
            </a:r>
            <a:r>
              <a:rPr lang="sk-SK" sz="2200" dirty="0">
                <a:effectLst/>
              </a:rPr>
              <a:t>ává za </a:t>
            </a:r>
            <a:br>
              <a:rPr lang="en-GB" sz="2200" dirty="0">
                <a:effectLst/>
              </a:rPr>
            </a:br>
            <a:r>
              <a:rPr lang="cs-CZ" sz="2200" dirty="0">
                <a:effectLst/>
              </a:rPr>
              <a:t>250 Kč a pro obdarovaného zaručuje výhru. Je ideální jako dárek pod stromeček</a:t>
            </a:r>
            <a:r>
              <a:rPr lang="cs-CZ" sz="2200" dirty="0"/>
              <a:t>.</a:t>
            </a:r>
          </a:p>
          <a:p>
            <a:pPr>
              <a:spcBef>
                <a:spcPts val="0"/>
              </a:spcBef>
              <a:buNone/>
            </a:pPr>
            <a:endParaRPr lang="cs-CZ" sz="2200" dirty="0"/>
          </a:p>
          <a:p>
            <a:pPr>
              <a:spcBef>
                <a:spcPts val="0"/>
              </a:spcBef>
              <a:buNone/>
            </a:pPr>
            <a:r>
              <a:rPr lang="cs-CZ" sz="2200" dirty="0">
                <a:effectLst/>
              </a:rPr>
              <a:t>Na přední straně losu je QR kód. </a:t>
            </a:r>
            <a:br>
              <a:rPr lang="cs-CZ" sz="2200" dirty="0">
                <a:effectLst/>
              </a:rPr>
            </a:br>
            <a:r>
              <a:rPr lang="cs-CZ" sz="2200" dirty="0">
                <a:effectLst/>
              </a:rPr>
              <a:t>Po jeho naskenování můžete napsat krátké vánoční přání pro osobu, které los věnujete. </a:t>
            </a:r>
            <a:br>
              <a:rPr lang="cs-CZ" sz="2200" dirty="0">
                <a:effectLst/>
              </a:rPr>
            </a:br>
            <a:r>
              <a:rPr lang="cs-CZ" sz="2200" dirty="0">
                <a:effectLst/>
              </a:rPr>
              <a:t>Následně můžete nahrát fotografii nebo si pořídit selfie, které se promítne na tělíčka tancujících elfů – vznikne tak zábavné personalizované vánoční video </a:t>
            </a:r>
            <a:br>
              <a:rPr lang="cs-CZ" sz="2200" dirty="0">
                <a:effectLst/>
              </a:rPr>
            </a:br>
            <a:r>
              <a:rPr lang="cs-CZ" sz="2200" dirty="0">
                <a:effectLst/>
              </a:rPr>
              <a:t>s hudbou ve stylu populárního trendu „Elf </a:t>
            </a:r>
            <a:r>
              <a:rPr lang="cs-CZ" sz="2200" dirty="0" err="1">
                <a:effectLst/>
              </a:rPr>
              <a:t>Yourself</a:t>
            </a:r>
            <a:r>
              <a:rPr lang="cs-CZ" sz="2200" dirty="0">
                <a:effectLst/>
              </a:rPr>
              <a:t>“</a:t>
            </a:r>
            <a:r>
              <a:rPr lang="cs-CZ" sz="2200" dirty="0"/>
              <a:t>.</a:t>
            </a:r>
          </a:p>
          <a:p>
            <a:pPr>
              <a:spcBef>
                <a:spcPts val="0"/>
              </a:spcBef>
              <a:buNone/>
            </a:pPr>
            <a:endParaRPr lang="cs-CZ" sz="2200" dirty="0"/>
          </a:p>
          <a:p>
            <a:pPr>
              <a:spcBef>
                <a:spcPts val="0"/>
              </a:spcBef>
              <a:buNone/>
            </a:pPr>
            <a:r>
              <a:rPr lang="cs-CZ" sz="2200" dirty="0"/>
              <a:t>🎄</a:t>
            </a:r>
            <a:r>
              <a:rPr lang="cs-CZ" sz="2200" dirty="0">
                <a:effectLst/>
              </a:rPr>
              <a:t>Po předání losu si obdarovaný může setřít los, odhalit svou výhru a po naskenování QR kódu se mu zobrazí vaše osobní vánoční přání, které se následně změní v zábavné video s tancujícími elfy</a:t>
            </a:r>
            <a:r>
              <a:rPr lang="cs-CZ" sz="2200" dirty="0"/>
              <a:t>.</a:t>
            </a:r>
          </a:p>
          <a:p>
            <a:pPr>
              <a:spcBef>
                <a:spcPts val="0"/>
              </a:spcBef>
            </a:pPr>
            <a:endParaRPr lang="cs-CZ" sz="2200" dirty="0"/>
          </a:p>
          <a:p>
            <a:pPr>
              <a:spcBef>
                <a:spcPts val="0"/>
              </a:spcBef>
            </a:pPr>
            <a:r>
              <a:rPr lang="cs-CZ" sz="2200" dirty="0"/>
              <a:t>🛒 </a:t>
            </a:r>
            <a:r>
              <a:rPr lang="cs-CZ" sz="2200" dirty="0">
                <a:effectLst/>
              </a:rPr>
              <a:t>Tento los by byl dostupný na všech prodejních místech, kde se prodávají stírací losy, nebo online na příslušných webových stránkách a v aplikacích</a:t>
            </a:r>
            <a:r>
              <a:rPr lang="cs-CZ" sz="2200" dirty="0"/>
              <a:t>.</a:t>
            </a:r>
          </a:p>
          <a:p>
            <a:pPr>
              <a:spcBef>
                <a:spcPts val="0"/>
              </a:spcBef>
            </a:pPr>
            <a:endParaRPr lang="cs-CZ" sz="2200" dirty="0"/>
          </a:p>
        </p:txBody>
      </p:sp>
      <p:pic>
        <p:nvPicPr>
          <p:cNvPr id="5" name="Picture 4" descr="A hand holding a phone&#10;&#10;AI-generated content may be incorrect.">
            <a:extLst>
              <a:ext uri="{FF2B5EF4-FFF2-40B4-BE49-F238E27FC236}">
                <a16:creationId xmlns:a16="http://schemas.microsoft.com/office/drawing/2014/main" id="{8240E02F-3EA3-6BA5-99B9-A365142E73A3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56785" y="8228317"/>
            <a:ext cx="2084114" cy="2571445"/>
          </a:xfrm>
          <a:prstGeom prst="rect">
            <a:avLst/>
          </a:prstGeom>
        </p:spPr>
      </p:pic>
      <p:pic>
        <p:nvPicPr>
          <p:cNvPr id="7" name="Picture 6" descr="A hand holding a cell phone with a cartoon character on the screen&#10;&#10;AI-generated content may be incorrect.">
            <a:extLst>
              <a:ext uri="{FF2B5EF4-FFF2-40B4-BE49-F238E27FC236}">
                <a16:creationId xmlns:a16="http://schemas.microsoft.com/office/drawing/2014/main" id="{69F7224C-7216-1558-A249-B4C54A593C64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87441" y="8228317"/>
            <a:ext cx="2158178" cy="2571446"/>
          </a:xfrm>
          <a:prstGeom prst="rect">
            <a:avLst/>
          </a:prstGeom>
        </p:spPr>
      </p:pic>
      <p:pic>
        <p:nvPicPr>
          <p:cNvPr id="9" name="Picture 8" descr="A hand holding a phone with a screen showing a christmas tree&#10;&#10;AI-generated content may be incorrect.">
            <a:extLst>
              <a:ext uri="{FF2B5EF4-FFF2-40B4-BE49-F238E27FC236}">
                <a16:creationId xmlns:a16="http://schemas.microsoft.com/office/drawing/2014/main" id="{81A4E02E-3921-4DF8-EF77-1CD27EA761C8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477" y="8228319"/>
            <a:ext cx="2300765" cy="257144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5FC884F-E8BC-A50D-433F-7F98FFA4DACA}"/>
              </a:ext>
            </a:extLst>
          </p:cNvPr>
          <p:cNvSpPr txBox="1"/>
          <p:nvPr/>
        </p:nvSpPr>
        <p:spPr>
          <a:xfrm>
            <a:off x="-50354" y="0"/>
            <a:ext cx="44187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cs-CZ" b="1" dirty="0" err="1"/>
              <a:t>Concept</a:t>
            </a:r>
            <a:r>
              <a:rPr lang="cs-CZ" b="1" dirty="0"/>
              <a:t>: 2 CZ Elf </a:t>
            </a:r>
            <a:r>
              <a:rPr lang="cs-CZ" b="1" dirty="0" err="1"/>
              <a:t>Yourself</a:t>
            </a:r>
            <a:endParaRPr lang="cs-CZ" b="1" dirty="0"/>
          </a:p>
        </p:txBody>
      </p:sp>
    </p:spTree>
    <p:extLst>
      <p:ext uri="{BB962C8B-B14F-4D97-AF65-F5344CB8AC3E}">
        <p14:creationId xmlns:p14="http://schemas.microsoft.com/office/powerpoint/2010/main" val="26570970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E3309A-B641-018D-7975-7C7061CD7A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FBA029-F31B-DD6C-CA72-33408696E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3447" y="444176"/>
            <a:ext cx="6351105" cy="922506"/>
          </a:xfrm>
        </p:spPr>
        <p:txBody>
          <a:bodyPr>
            <a:noAutofit/>
          </a:bodyPr>
          <a:lstStyle/>
          <a:p>
            <a:r>
              <a:rPr lang="cs-CZ" sz="2800" dirty="0"/>
              <a:t>Představte si, že na svém stíracím losu můžete hrát novou </a:t>
            </a:r>
            <a:r>
              <a:rPr lang="cs-CZ" sz="2800" b="1" u="sng" dirty="0"/>
              <a:t>AR minihru </a:t>
            </a:r>
            <a:r>
              <a:rPr lang="cs-CZ" sz="2800" b="1" u="sng" noProof="0" dirty="0"/>
              <a:t>:</a:t>
            </a:r>
            <a:endParaRPr lang="cs-CZ" sz="2800" b="1" u="sng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E5FDD3-6C55-0DAD-2A43-202A38AF04D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8843" y="1515493"/>
            <a:ext cx="6500191" cy="9255953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  <a:buNone/>
            </a:pPr>
            <a:r>
              <a:rPr lang="cs-CZ" sz="2200" dirty="0"/>
              <a:t>🎁 </a:t>
            </a:r>
            <a:r>
              <a:rPr lang="cs-CZ" sz="2200" dirty="0">
                <a:effectLst/>
              </a:rPr>
              <a:t>Tento vánoční dárkový stírací los </a:t>
            </a:r>
            <a:r>
              <a:rPr lang="en-GB" sz="2200" dirty="0">
                <a:effectLst/>
              </a:rPr>
              <a:t>se prod</a:t>
            </a:r>
            <a:r>
              <a:rPr lang="sk-SK" sz="2200" dirty="0">
                <a:effectLst/>
              </a:rPr>
              <a:t>ává za </a:t>
            </a:r>
            <a:br>
              <a:rPr lang="en-GB" sz="2200" dirty="0">
                <a:effectLst/>
              </a:rPr>
            </a:br>
            <a:r>
              <a:rPr lang="cs-CZ" sz="2200" dirty="0">
                <a:effectLst/>
              </a:rPr>
              <a:t>250 Kč a pro obdarovaného zaručuje výhru. Je ideální jako dárek pod stromeček</a:t>
            </a:r>
            <a:r>
              <a:rPr lang="cs-CZ" sz="2200" dirty="0"/>
              <a:t>.</a:t>
            </a:r>
          </a:p>
          <a:p>
            <a:pPr>
              <a:spcBef>
                <a:spcPts val="600"/>
              </a:spcBef>
              <a:spcAft>
                <a:spcPts val="600"/>
              </a:spcAft>
              <a:buNone/>
            </a:pPr>
            <a:r>
              <a:rPr lang="cs-CZ" sz="2200" dirty="0"/>
              <a:t>Na přední straně stíracího losu je QR kód. </a:t>
            </a:r>
            <a:br>
              <a:rPr lang="cs-CZ" sz="2200" dirty="0"/>
            </a:br>
            <a:r>
              <a:rPr lang="cs-CZ" sz="2200" dirty="0"/>
              <a:t>Po naskenování kódu můžete napsat krátké vánoční přání pro osobu, které stírací los darujete. </a:t>
            </a:r>
            <a:br>
              <a:rPr lang="cs-CZ" sz="2200" dirty="0"/>
            </a:br>
            <a:r>
              <a:rPr lang="cs-CZ" sz="2200" dirty="0"/>
              <a:t>Následně můžete nahrát fotografii nebo selfie.</a:t>
            </a:r>
          </a:p>
          <a:p>
            <a:pPr>
              <a:spcBef>
                <a:spcPts val="600"/>
              </a:spcBef>
              <a:spcAft>
                <a:spcPts val="600"/>
              </a:spcAft>
              <a:buNone/>
            </a:pPr>
            <a:r>
              <a:rPr lang="cs-CZ" sz="2200" dirty="0"/>
              <a:t>🎄 Jakmile je stírací los darován, obdarovaný může </a:t>
            </a:r>
            <a:br>
              <a:rPr lang="cs-CZ" sz="2200" dirty="0"/>
            </a:br>
            <a:r>
              <a:rPr lang="cs-CZ" sz="2200" dirty="0"/>
              <a:t>los setřít, odhalit svou výhru a naskenovat QR kód, </a:t>
            </a:r>
            <a:br>
              <a:rPr lang="cs-CZ" sz="2200" dirty="0"/>
            </a:br>
            <a:r>
              <a:rPr lang="cs-CZ" sz="2200" dirty="0"/>
              <a:t>aby si zahrál další digitální mini hru.</a:t>
            </a:r>
          </a:p>
          <a:p>
            <a:pPr>
              <a:spcBef>
                <a:spcPts val="600"/>
              </a:spcBef>
              <a:spcAft>
                <a:spcPts val="600"/>
              </a:spcAft>
              <a:buNone/>
            </a:pPr>
            <a:r>
              <a:rPr lang="cs-CZ" sz="2200" dirty="0"/>
              <a:t>Po načtení QR kódu se zobrazí virtuální zimní scéna </a:t>
            </a:r>
            <a:br>
              <a:rPr lang="cs-CZ" sz="2200" dirty="0"/>
            </a:br>
            <a:r>
              <a:rPr lang="cs-CZ" sz="2200" dirty="0"/>
              <a:t>s kopci, sněhovými koulemi a zdmi. Fotografie, kterou jste předtím nahráli, se promění na hravou 3D postavičku, která vykukuje zpoza překážek a hází virtuální sněhové koule. Uživatel může sněhové koule vracet a mířit na postavičku, aby ve hře zvítězil.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cs-CZ" sz="2200" dirty="0"/>
              <a:t>🛒 Tento los by byl dostupný na všech prodejních místech, kde se prodávají stírací losy, nebo online na příslušných webových stránkách a v aplikacích.</a:t>
            </a:r>
          </a:p>
        </p:txBody>
      </p:sp>
      <p:pic>
        <p:nvPicPr>
          <p:cNvPr id="5" name="Picture 4" descr="A hand holding a cell phone&#10;&#10;AI-generated content may be incorrect.">
            <a:extLst>
              <a:ext uri="{FF2B5EF4-FFF2-40B4-BE49-F238E27FC236}">
                <a16:creationId xmlns:a16="http://schemas.microsoft.com/office/drawing/2014/main" id="{06F72B6D-3C3A-3CB9-6B55-2F1529DE76F8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76070" y="8080055"/>
            <a:ext cx="2121007" cy="2719708"/>
          </a:xfrm>
          <a:prstGeom prst="rect">
            <a:avLst/>
          </a:prstGeom>
        </p:spPr>
      </p:pic>
      <p:pic>
        <p:nvPicPr>
          <p:cNvPr id="7" name="Picture 6" descr="A hand holding a phone with a screen showing a person and a snowball fight&#10;&#10;AI-generated content may be incorrect.">
            <a:extLst>
              <a:ext uri="{FF2B5EF4-FFF2-40B4-BE49-F238E27FC236}">
                <a16:creationId xmlns:a16="http://schemas.microsoft.com/office/drawing/2014/main" id="{4605C89C-0DF2-4A0E-CAEE-69009B80E8FB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19934" y="8080055"/>
            <a:ext cx="2179649" cy="2713662"/>
          </a:xfrm>
          <a:prstGeom prst="rect">
            <a:avLst/>
          </a:prstGeom>
        </p:spPr>
      </p:pic>
      <p:pic>
        <p:nvPicPr>
          <p:cNvPr id="8" name="Picture 7" descr="A hand holding a phone with a screen showing a christmas tree&#10;&#10;AI-generated content may be incorrect.">
            <a:extLst>
              <a:ext uri="{FF2B5EF4-FFF2-40B4-BE49-F238E27FC236}">
                <a16:creationId xmlns:a16="http://schemas.microsoft.com/office/drawing/2014/main" id="{A184BCD5-2CB9-0D57-8640-2C731CD38F5A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80210" y="8080055"/>
            <a:ext cx="2433423" cy="271970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549A629-5EE6-5C4C-5417-DF725F0CE80C}"/>
              </a:ext>
            </a:extLst>
          </p:cNvPr>
          <p:cNvSpPr txBox="1"/>
          <p:nvPr/>
        </p:nvSpPr>
        <p:spPr>
          <a:xfrm>
            <a:off x="-50354" y="0"/>
            <a:ext cx="44187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cs-CZ" b="1" dirty="0" err="1"/>
              <a:t>Concept</a:t>
            </a:r>
            <a:r>
              <a:rPr lang="cs-CZ" b="1" dirty="0"/>
              <a:t>: 2 CZ AR </a:t>
            </a:r>
            <a:r>
              <a:rPr lang="cs-CZ" b="1" dirty="0" err="1"/>
              <a:t>Christmas</a:t>
            </a:r>
            <a:r>
              <a:rPr lang="cs-CZ" b="1" dirty="0"/>
              <a:t> Mini Game</a:t>
            </a:r>
          </a:p>
        </p:txBody>
      </p:sp>
    </p:spTree>
    <p:extLst>
      <p:ext uri="{BB962C8B-B14F-4D97-AF65-F5344CB8AC3E}">
        <p14:creationId xmlns:p14="http://schemas.microsoft.com/office/powerpoint/2010/main" val="41171345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5A7480-2230-62C5-9B95-13580CEF08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7E6D62-92F5-EBBD-4C0E-50AECE62D3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385" y="537954"/>
            <a:ext cx="6351105" cy="922506"/>
          </a:xfrm>
        </p:spPr>
        <p:txBody>
          <a:bodyPr>
            <a:noAutofit/>
          </a:bodyPr>
          <a:lstStyle/>
          <a:p>
            <a:r>
              <a:rPr lang="cs-CZ" sz="2800" dirty="0"/>
              <a:t>Představte si, že ke svému stíracímu losu získáte nový zážitek s </a:t>
            </a:r>
            <a:r>
              <a:rPr lang="cs-CZ" sz="2800" b="1" u="sng" dirty="0"/>
              <a:t>lip-</a:t>
            </a:r>
            <a:r>
              <a:rPr lang="cs-CZ" sz="2800" b="1" u="sng" dirty="0" err="1"/>
              <a:t>sync</a:t>
            </a:r>
            <a:r>
              <a:rPr lang="cs-CZ" sz="2800" b="1" u="sng" dirty="0"/>
              <a:t> videem </a:t>
            </a:r>
            <a:r>
              <a:rPr lang="cs-CZ" sz="2800" b="1" u="sng" noProof="0" dirty="0"/>
              <a:t>:</a:t>
            </a:r>
            <a:endParaRPr lang="cs-CZ" sz="2800" b="1" u="sng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E73553-AF49-C849-8FDD-ED3874C9D28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8843" y="1596369"/>
            <a:ext cx="6500191" cy="6665046"/>
          </a:xfrm>
        </p:spPr>
        <p:txBody>
          <a:bodyPr>
            <a:noAutofit/>
          </a:bodyPr>
          <a:lstStyle/>
          <a:p>
            <a:pPr>
              <a:spcBef>
                <a:spcPts val="600"/>
              </a:spcBef>
              <a:buNone/>
            </a:pPr>
            <a:r>
              <a:rPr lang="cs-CZ" sz="2200" dirty="0"/>
              <a:t>🎁 Tato dárková stírací karta je výherní jistotou!</a:t>
            </a:r>
            <a:br>
              <a:rPr lang="cs-CZ" sz="2200" dirty="0"/>
            </a:br>
            <a:r>
              <a:rPr lang="cs-CZ" sz="2200" dirty="0">
                <a:effectLst/>
              </a:rPr>
              <a:t>Tento vánoční dárkový stírací los </a:t>
            </a:r>
            <a:r>
              <a:rPr lang="en-GB" sz="2200" dirty="0">
                <a:effectLst/>
              </a:rPr>
              <a:t>se prod</a:t>
            </a:r>
            <a:r>
              <a:rPr lang="sk-SK" sz="2200" dirty="0">
                <a:effectLst/>
              </a:rPr>
              <a:t>ává za </a:t>
            </a:r>
            <a:r>
              <a:rPr lang="cs-CZ" sz="2200" dirty="0">
                <a:effectLst/>
              </a:rPr>
              <a:t>250 Kč a pro obdarovaného zaručuje výhru. Je ideální jako dárek pod stromeček</a:t>
            </a:r>
            <a:r>
              <a:rPr lang="cs-CZ" sz="2200" dirty="0"/>
              <a:t>.</a:t>
            </a:r>
          </a:p>
          <a:p>
            <a:pPr>
              <a:spcBef>
                <a:spcPts val="600"/>
              </a:spcBef>
              <a:spcAft>
                <a:spcPts val="600"/>
              </a:spcAft>
              <a:buNone/>
            </a:pPr>
            <a:r>
              <a:rPr lang="cs-CZ" sz="2200" dirty="0"/>
              <a:t>Na přední straně stíracího losu je QR kód. </a:t>
            </a:r>
            <a:br>
              <a:rPr lang="cs-CZ" sz="2200" dirty="0"/>
            </a:br>
            <a:r>
              <a:rPr lang="cs-CZ" sz="2200" dirty="0"/>
              <a:t>Po naskenování kódu můžete nahrát rychlé video, </a:t>
            </a:r>
            <a:br>
              <a:rPr lang="cs-CZ" sz="2200" dirty="0"/>
            </a:br>
            <a:r>
              <a:rPr lang="cs-CZ" sz="2200" dirty="0"/>
              <a:t>ve kterém přejete obdarovanému Veselé Vánoce. Můžete si vybrat sváteční filtr a svou oblíbenou vánoční koledu, kterou můžete na videu synchronizovaně zpívat na playback!</a:t>
            </a:r>
          </a:p>
          <a:p>
            <a:pPr>
              <a:spcBef>
                <a:spcPts val="600"/>
              </a:spcBef>
              <a:spcAft>
                <a:spcPts val="600"/>
              </a:spcAft>
              <a:buNone/>
            </a:pPr>
            <a:r>
              <a:rPr lang="cs-CZ" sz="2200" dirty="0"/>
              <a:t>🎄 Jakmile je stírací los darován, obdarovaný může los setřít, odhalit svou výhru a naskenovat QR kód, aby si přehrál vánoční zprávu. Vánoční video, které jste pro něj natočili, se mu zobrazí s vánočním filtrem. </a:t>
            </a:r>
            <a:br>
              <a:rPr lang="cs-CZ" sz="2200" dirty="0"/>
            </a:br>
            <a:r>
              <a:rPr lang="cs-CZ" sz="2200" dirty="0"/>
              <a:t>Uvidí vás, jak s nadšením na playback zpíváte vánoční píseň, a na spodní části obrazovky budou běžet slova písně, aby se mohl přidat a zazpívat si s vámi.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cs-CZ" sz="2200" dirty="0"/>
              <a:t>🛒 Tento los by byl dostupný na všech prodejních místech, kde se prodávají stírací losy, nebo online na příslušných webových stránkách a v aplikacích.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endParaRPr lang="cs-CZ" sz="22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endParaRPr lang="cs-CZ" sz="22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endParaRPr lang="cs-CZ" sz="2200" dirty="0">
              <a:cs typeface="Times New Roman" panose="02020603050405020304" pitchFamily="18" charset="0"/>
            </a:endParaRP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endParaRPr lang="cs-CZ" sz="2200" dirty="0">
              <a:cs typeface="Times New Roman" panose="02020603050405020304" pitchFamily="18" charset="0"/>
            </a:endParaRPr>
          </a:p>
          <a:p>
            <a:pPr marL="0" indent="0" algn="just">
              <a:spcBef>
                <a:spcPts val="600"/>
              </a:spcBef>
              <a:spcAft>
                <a:spcPts val="600"/>
              </a:spcAft>
              <a:buNone/>
            </a:pPr>
            <a:endParaRPr lang="cs-CZ" sz="2200" dirty="0">
              <a:cs typeface="Times New Roman" panose="02020603050405020304" pitchFamily="18" charset="0"/>
            </a:endParaRPr>
          </a:p>
          <a:p>
            <a:pPr marL="0" indent="0" algn="just">
              <a:spcBef>
                <a:spcPts val="600"/>
              </a:spcBef>
              <a:spcAft>
                <a:spcPts val="600"/>
              </a:spcAft>
              <a:buNone/>
            </a:pPr>
            <a:endParaRPr lang="cs-CZ" sz="2200" dirty="0">
              <a:cs typeface="Times New Roman" panose="02020603050405020304" pitchFamily="18" charset="0"/>
            </a:endParaRPr>
          </a:p>
          <a:p>
            <a:pPr marL="0" indent="0" algn="just">
              <a:spcBef>
                <a:spcPts val="600"/>
              </a:spcBef>
              <a:spcAft>
                <a:spcPts val="600"/>
              </a:spcAft>
              <a:buNone/>
            </a:pPr>
            <a:endParaRPr lang="cs-CZ" sz="2200" dirty="0"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spcBef>
                <a:spcPts val="600"/>
              </a:spcBef>
              <a:spcAft>
                <a:spcPts val="600"/>
              </a:spcAft>
              <a:buNone/>
            </a:pPr>
            <a:endParaRPr lang="cs-CZ" sz="2200" noProof="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spcBef>
                <a:spcPts val="600"/>
              </a:spcBef>
              <a:spcAft>
                <a:spcPts val="600"/>
              </a:spcAft>
              <a:buNone/>
            </a:pPr>
            <a:endParaRPr lang="cs-CZ" sz="2200" noProof="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endParaRPr lang="cs-CZ" sz="2200" noProof="0" dirty="0"/>
          </a:p>
        </p:txBody>
      </p:sp>
      <p:pic>
        <p:nvPicPr>
          <p:cNvPr id="4" name="Picture 3" descr="A christmas card on a table&#10;&#10;AI-generated content may be incorrect.">
            <a:extLst>
              <a:ext uri="{FF2B5EF4-FFF2-40B4-BE49-F238E27FC236}">
                <a16:creationId xmlns:a16="http://schemas.microsoft.com/office/drawing/2014/main" id="{344AC2CA-17AF-B1BD-90A6-9ED61E2F802B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8201875"/>
            <a:ext cx="2091069" cy="2597888"/>
          </a:xfrm>
          <a:prstGeom prst="rect">
            <a:avLst/>
          </a:prstGeom>
        </p:spPr>
      </p:pic>
      <p:pic>
        <p:nvPicPr>
          <p:cNvPr id="5" name="Picture 4" descr="A hand holding a phone with a screen showing a christmas tree&#10;&#10;AI-generated content may be incorrect.">
            <a:extLst>
              <a:ext uri="{FF2B5EF4-FFF2-40B4-BE49-F238E27FC236}">
                <a16:creationId xmlns:a16="http://schemas.microsoft.com/office/drawing/2014/main" id="{4DFC7FDA-3885-4048-EDD5-F123E0A920BD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46722" y="8201875"/>
            <a:ext cx="2324426" cy="2597888"/>
          </a:xfrm>
          <a:prstGeom prst="rect">
            <a:avLst/>
          </a:prstGeom>
        </p:spPr>
      </p:pic>
      <p:pic>
        <p:nvPicPr>
          <p:cNvPr id="7" name="Picture 6" descr="A hand holding a cell phone with a person wearing a santa hat&#10;&#10;AI-generated content may be incorrect.">
            <a:extLst>
              <a:ext uri="{FF2B5EF4-FFF2-40B4-BE49-F238E27FC236}">
                <a16:creationId xmlns:a16="http://schemas.microsoft.com/office/drawing/2014/main" id="{E57FD9A5-0A67-8132-826F-55F93FF77E97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26801" y="8201875"/>
            <a:ext cx="2123005" cy="259788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846F193-E2F8-C977-4BB4-6150C10ADA2D}"/>
              </a:ext>
            </a:extLst>
          </p:cNvPr>
          <p:cNvSpPr txBox="1"/>
          <p:nvPr/>
        </p:nvSpPr>
        <p:spPr>
          <a:xfrm>
            <a:off x="-50354" y="0"/>
            <a:ext cx="44187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cs-CZ" b="1" dirty="0" err="1"/>
              <a:t>Concept</a:t>
            </a:r>
            <a:r>
              <a:rPr lang="cs-CZ" b="1" dirty="0"/>
              <a:t>: </a:t>
            </a:r>
            <a:r>
              <a:rPr lang="en-GB" b="1" dirty="0"/>
              <a:t>2 CZ Christmas Lip Sync</a:t>
            </a:r>
            <a:endParaRPr lang="cs-CZ" b="1" dirty="0"/>
          </a:p>
        </p:txBody>
      </p:sp>
    </p:spTree>
    <p:extLst>
      <p:ext uri="{BB962C8B-B14F-4D97-AF65-F5344CB8AC3E}">
        <p14:creationId xmlns:p14="http://schemas.microsoft.com/office/powerpoint/2010/main" val="1163646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C6DDCF-5044-8CEC-630A-7238E835D1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883107-7CBE-E30D-8188-6AAEE76BF9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3447" y="647741"/>
            <a:ext cx="6351105" cy="922506"/>
          </a:xfrm>
        </p:spPr>
        <p:txBody>
          <a:bodyPr>
            <a:noAutofit/>
          </a:bodyPr>
          <a:lstStyle/>
          <a:p>
            <a:r>
              <a:rPr lang="cs-CZ" sz="2800" dirty="0"/>
              <a:t>Představte si, že byla uvedena na trh nová stírací karta s </a:t>
            </a:r>
            <a:r>
              <a:rPr lang="cs-CZ" sz="2800" b="1" u="sng" dirty="0"/>
              <a:t>duetovým lip-</a:t>
            </a:r>
            <a:r>
              <a:rPr lang="cs-CZ" sz="2800" b="1" u="sng" dirty="0" err="1"/>
              <a:t>sync</a:t>
            </a:r>
            <a:r>
              <a:rPr lang="cs-CZ" sz="2800" b="1" u="sng" dirty="0"/>
              <a:t> </a:t>
            </a:r>
            <a:r>
              <a:rPr lang="cs-CZ" sz="2800" dirty="0"/>
              <a:t>zážitkem</a:t>
            </a:r>
            <a:r>
              <a:rPr lang="cs-CZ" sz="2800" noProof="0" dirty="0"/>
              <a:t>:</a:t>
            </a:r>
            <a:endParaRPr lang="cs-CZ" sz="28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7A2A6F-3200-5ADF-8480-0888F48E35C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8843" y="1711108"/>
            <a:ext cx="6500191" cy="6895924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  <a:buNone/>
            </a:pPr>
            <a:r>
              <a:rPr lang="cs-CZ" sz="2200" dirty="0"/>
              <a:t>🎁 </a:t>
            </a:r>
            <a:r>
              <a:rPr lang="cs-CZ" sz="2200" dirty="0">
                <a:effectLst/>
              </a:rPr>
              <a:t>Tento vánoční dárkový stírací los </a:t>
            </a:r>
            <a:r>
              <a:rPr lang="en-GB" sz="2200" dirty="0">
                <a:effectLst/>
              </a:rPr>
              <a:t>se prod</a:t>
            </a:r>
            <a:r>
              <a:rPr lang="sk-SK" sz="2200" dirty="0">
                <a:effectLst/>
              </a:rPr>
              <a:t>ává za </a:t>
            </a:r>
            <a:br>
              <a:rPr lang="en-GB" sz="2200" dirty="0">
                <a:effectLst/>
              </a:rPr>
            </a:br>
            <a:r>
              <a:rPr lang="cs-CZ" sz="2200" dirty="0">
                <a:effectLst/>
              </a:rPr>
              <a:t>250 Kč a pro obdarovaného zaručuje výhru. Je ideální jako dárek pod stromeček</a:t>
            </a:r>
            <a:r>
              <a:rPr lang="cs-CZ" sz="2200" dirty="0"/>
              <a:t>.</a:t>
            </a:r>
          </a:p>
          <a:p>
            <a:pPr>
              <a:spcBef>
                <a:spcPts val="800"/>
              </a:spcBef>
              <a:spcAft>
                <a:spcPts val="600"/>
              </a:spcAft>
              <a:buNone/>
            </a:pPr>
            <a:r>
              <a:rPr lang="cs-CZ" sz="2200" dirty="0"/>
              <a:t>Na přední straně stíracího losu je QR kód. </a:t>
            </a:r>
            <a:br>
              <a:rPr lang="cs-CZ" sz="2200" dirty="0"/>
            </a:br>
            <a:r>
              <a:rPr lang="cs-CZ" sz="2200" dirty="0"/>
              <a:t>Po naskenování kódu můžete nahrát rychlé video, </a:t>
            </a:r>
            <a:br>
              <a:rPr lang="cs-CZ" sz="2200" dirty="0"/>
            </a:br>
            <a:r>
              <a:rPr lang="cs-CZ" sz="2200" dirty="0"/>
              <a:t>ve kterém přejete obdarovanému Veselé Vánoce. Můžete si vybrat sváteční filtr a svou oblíbenou vánoční koledu, kterou můžete na videu synchronizovaně zpívat na playback.</a:t>
            </a:r>
          </a:p>
          <a:p>
            <a:pPr>
              <a:spcBef>
                <a:spcPts val="800"/>
              </a:spcBef>
              <a:spcAft>
                <a:spcPts val="600"/>
              </a:spcAft>
              <a:buNone/>
            </a:pPr>
            <a:r>
              <a:rPr lang="cs-CZ" sz="2200" dirty="0"/>
              <a:t>🎄 Jakmile je stírací los darován, obdarovaný může </a:t>
            </a:r>
            <a:br>
              <a:rPr lang="cs-CZ" sz="2200" dirty="0"/>
            </a:br>
            <a:r>
              <a:rPr lang="cs-CZ" sz="2200" dirty="0"/>
              <a:t>los setřít, odhalit svou výhru a naskenovat QR kód, </a:t>
            </a:r>
            <a:br>
              <a:rPr lang="cs-CZ" sz="2200" dirty="0"/>
            </a:br>
            <a:r>
              <a:rPr lang="cs-CZ" sz="2200" dirty="0"/>
              <a:t>aby si přehrál vánoční zprávu. Vánoční video, které jste pro něj natočili se zobrazí, a on se může nahrát, jak zpívá na playback společně s vámi. </a:t>
            </a:r>
            <a:br>
              <a:rPr lang="cs-CZ" sz="2200" dirty="0"/>
            </a:br>
            <a:r>
              <a:rPr lang="cs-CZ" sz="2200" dirty="0"/>
              <a:t>Finální duet bude poté k dispozici ke sdílení přes aplikace pro zasílání zpráv nebo na sociálních sítích.</a:t>
            </a:r>
          </a:p>
          <a:p>
            <a:pPr>
              <a:spcBef>
                <a:spcPts val="800"/>
              </a:spcBef>
              <a:spcAft>
                <a:spcPts val="600"/>
              </a:spcAft>
            </a:pPr>
            <a:r>
              <a:rPr lang="cs-CZ" sz="2200" dirty="0"/>
              <a:t>🛒 Tento los by byl dostupný na všech prodejních místech, kde se prodávají stírací losy, nebo online na příslušných webových stránkách a v aplikacích.</a:t>
            </a:r>
          </a:p>
          <a:p>
            <a:pPr marL="0" indent="0" algn="just">
              <a:spcBef>
                <a:spcPts val="800"/>
              </a:spcBef>
              <a:spcAft>
                <a:spcPts val="600"/>
              </a:spcAft>
              <a:buNone/>
            </a:pPr>
            <a:endParaRPr lang="cs-CZ" sz="2200" dirty="0"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spcBef>
                <a:spcPts val="800"/>
              </a:spcBef>
              <a:spcAft>
                <a:spcPts val="600"/>
              </a:spcAft>
              <a:buNone/>
            </a:pPr>
            <a:endParaRPr lang="cs-CZ" sz="22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spcBef>
                <a:spcPts val="800"/>
              </a:spcBef>
              <a:spcAft>
                <a:spcPts val="600"/>
              </a:spcAft>
              <a:buNone/>
            </a:pPr>
            <a:endParaRPr lang="cs-CZ" sz="2200" noProof="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Bef>
                <a:spcPts val="800"/>
              </a:spcBef>
              <a:spcAft>
                <a:spcPts val="600"/>
              </a:spcAft>
            </a:pPr>
            <a:endParaRPr lang="cs-CZ" sz="2200" noProof="0" dirty="0"/>
          </a:p>
        </p:txBody>
      </p:sp>
      <p:pic>
        <p:nvPicPr>
          <p:cNvPr id="4" name="Picture 3" descr="A christmas card on a table&#10;&#10;AI-generated content may be incorrect.">
            <a:extLst>
              <a:ext uri="{FF2B5EF4-FFF2-40B4-BE49-F238E27FC236}">
                <a16:creationId xmlns:a16="http://schemas.microsoft.com/office/drawing/2014/main" id="{C2AB8986-4C30-7DB4-6CE6-D4E035B3C028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8175449"/>
            <a:ext cx="2110864" cy="2622481"/>
          </a:xfrm>
          <a:prstGeom prst="rect">
            <a:avLst/>
          </a:prstGeom>
        </p:spPr>
      </p:pic>
      <p:pic>
        <p:nvPicPr>
          <p:cNvPr id="5" name="Picture 4" descr="A hand holding a phone with a screen showing a christmas tree&#10;&#10;AI-generated content may be incorrect.">
            <a:extLst>
              <a:ext uri="{FF2B5EF4-FFF2-40B4-BE49-F238E27FC236}">
                <a16:creationId xmlns:a16="http://schemas.microsoft.com/office/drawing/2014/main" id="{752F3EC1-3116-776A-A711-7C0F3CBFFAE9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13875" y="8175449"/>
            <a:ext cx="2346431" cy="2622481"/>
          </a:xfrm>
          <a:prstGeom prst="rect">
            <a:avLst/>
          </a:prstGeom>
        </p:spPr>
      </p:pic>
      <p:pic>
        <p:nvPicPr>
          <p:cNvPr id="7" name="Picture 6" descr="A hand holding a cell phone with a screen showing a group of men&#10;&#10;AI-generated content may be incorrect.">
            <a:extLst>
              <a:ext uri="{FF2B5EF4-FFF2-40B4-BE49-F238E27FC236}">
                <a16:creationId xmlns:a16="http://schemas.microsoft.com/office/drawing/2014/main" id="{9DEE579A-0A25-13BB-C550-1285E7093C71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63316" y="8177282"/>
            <a:ext cx="1998756" cy="262248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9F2E3D5-E601-CFC5-A1E9-A6A9C611A32E}"/>
              </a:ext>
            </a:extLst>
          </p:cNvPr>
          <p:cNvSpPr txBox="1"/>
          <p:nvPr/>
        </p:nvSpPr>
        <p:spPr>
          <a:xfrm>
            <a:off x="-50354" y="0"/>
            <a:ext cx="44187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cs-CZ" b="1" dirty="0" err="1"/>
              <a:t>Concept</a:t>
            </a:r>
            <a:r>
              <a:rPr lang="cs-CZ" b="1" dirty="0"/>
              <a:t>: 2 CZ </a:t>
            </a:r>
            <a:r>
              <a:rPr lang="cs-CZ" b="1" dirty="0" err="1"/>
              <a:t>Christmas</a:t>
            </a:r>
            <a:r>
              <a:rPr lang="cs-CZ" b="1" dirty="0"/>
              <a:t> Duet</a:t>
            </a:r>
          </a:p>
        </p:txBody>
      </p:sp>
    </p:spTree>
    <p:extLst>
      <p:ext uri="{BB962C8B-B14F-4D97-AF65-F5344CB8AC3E}">
        <p14:creationId xmlns:p14="http://schemas.microsoft.com/office/powerpoint/2010/main" val="26789509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670EF2-F025-044C-2CDF-1E8E13F8A8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2CB002-3F5A-39B1-37DD-C3E496E0E3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735" y="574001"/>
            <a:ext cx="6351105" cy="922506"/>
          </a:xfrm>
        </p:spPr>
        <p:txBody>
          <a:bodyPr>
            <a:noAutofit/>
          </a:bodyPr>
          <a:lstStyle/>
          <a:p>
            <a:r>
              <a:rPr lang="cs-CZ" sz="2800" dirty="0"/>
              <a:t>Představte si, že ke svému vánočnímu stíracímu losu přidáte </a:t>
            </a:r>
            <a:r>
              <a:rPr lang="cs-CZ" sz="2800" b="1" u="sng" dirty="0"/>
              <a:t>osobní překvapení 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4448EB-1F88-BAF0-4022-2B1C541766C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8843" y="1589241"/>
            <a:ext cx="6500191" cy="6549021"/>
          </a:xfrm>
        </p:spPr>
        <p:txBody>
          <a:bodyPr>
            <a:noAutofit/>
          </a:bodyPr>
          <a:lstStyle/>
          <a:p>
            <a:pPr>
              <a:spcBef>
                <a:spcPts val="600"/>
              </a:spcBef>
              <a:buNone/>
            </a:pPr>
            <a:r>
              <a:rPr lang="cs-CZ" sz="2200" dirty="0"/>
              <a:t>🎁 </a:t>
            </a:r>
            <a:r>
              <a:rPr lang="cs-CZ" sz="2200" dirty="0">
                <a:effectLst/>
              </a:rPr>
              <a:t>Tento vánoční dárkový stírací los </a:t>
            </a:r>
            <a:r>
              <a:rPr lang="en-GB" sz="2200" dirty="0">
                <a:effectLst/>
              </a:rPr>
              <a:t>se prod</a:t>
            </a:r>
            <a:r>
              <a:rPr lang="sk-SK" sz="2200" dirty="0">
                <a:effectLst/>
              </a:rPr>
              <a:t>ává za </a:t>
            </a:r>
            <a:br>
              <a:rPr lang="en-GB" sz="2200" dirty="0">
                <a:effectLst/>
              </a:rPr>
            </a:br>
            <a:r>
              <a:rPr lang="cs-CZ" sz="2200" dirty="0">
                <a:effectLst/>
              </a:rPr>
              <a:t>250 Kč a pro obdarovaného zaručuje výhru. Je ideální jako dárek pod stromeček</a:t>
            </a:r>
            <a:r>
              <a:rPr lang="cs-CZ" sz="2200" dirty="0"/>
              <a:t>.</a:t>
            </a:r>
          </a:p>
          <a:p>
            <a:pPr>
              <a:spcBef>
                <a:spcPts val="800"/>
              </a:spcBef>
              <a:spcAft>
                <a:spcPts val="600"/>
              </a:spcAft>
            </a:pPr>
            <a:r>
              <a:rPr lang="cs-CZ" sz="2200" dirty="0"/>
              <a:t>Na přední straně stíracího losu se nachází QR kód. </a:t>
            </a:r>
            <a:br>
              <a:rPr lang="cs-CZ" sz="2200" dirty="0"/>
            </a:br>
            <a:r>
              <a:rPr lang="cs-CZ" sz="2200" dirty="0"/>
              <a:t>Po naskenování kódu můžete nahrát fotku nebo </a:t>
            </a:r>
            <a:br>
              <a:rPr lang="cs-CZ" sz="2200" dirty="0"/>
            </a:br>
            <a:r>
              <a:rPr lang="cs-CZ" sz="2200" dirty="0"/>
              <a:t>si udělat selfie a vybrat sváteční postavu </a:t>
            </a:r>
            <a:br>
              <a:rPr lang="cs-CZ" sz="2200" dirty="0"/>
            </a:br>
            <a:r>
              <a:rPr lang="cs-CZ" sz="2200" dirty="0"/>
              <a:t>(Santa </a:t>
            </a:r>
            <a:r>
              <a:rPr lang="cs-CZ" sz="2200" dirty="0" err="1"/>
              <a:t>Claus</a:t>
            </a:r>
            <a:r>
              <a:rPr lang="cs-CZ" sz="2200" dirty="0"/>
              <a:t>, elf, sob).</a:t>
            </a:r>
          </a:p>
          <a:p>
            <a:pPr>
              <a:spcBef>
                <a:spcPts val="800"/>
              </a:spcBef>
              <a:spcAft>
                <a:spcPts val="600"/>
              </a:spcAft>
            </a:pPr>
            <a:r>
              <a:rPr lang="cs-CZ" sz="2200" dirty="0"/>
              <a:t>🎄 Jakmile je stírací los darován, obdarovaný může </a:t>
            </a:r>
            <a:br>
              <a:rPr lang="cs-CZ" sz="2200" dirty="0"/>
            </a:br>
            <a:r>
              <a:rPr lang="cs-CZ" sz="2200" dirty="0"/>
              <a:t>los setřít, odhalit svou výhru a naskenovat QR kód. </a:t>
            </a:r>
            <a:br>
              <a:rPr lang="cs-CZ" sz="2200" dirty="0"/>
            </a:br>
            <a:r>
              <a:rPr lang="cs-CZ" sz="2200" dirty="0"/>
              <a:t>Na obrazovce dostane pokyny k umístění virtuálního dortu pomocí technologie sledování okolí (</a:t>
            </a:r>
            <a:r>
              <a:rPr lang="cs-CZ" sz="2200" dirty="0" err="1"/>
              <a:t>world</a:t>
            </a:r>
            <a:r>
              <a:rPr lang="cs-CZ" sz="2200" dirty="0"/>
              <a:t> </a:t>
            </a:r>
            <a:r>
              <a:rPr lang="cs-CZ" sz="2200" dirty="0" err="1"/>
              <a:t>tracking</a:t>
            </a:r>
            <a:r>
              <a:rPr lang="cs-CZ" sz="2200" dirty="0"/>
              <a:t>). Jakmile se přiblíží, z dortu "vyskočí" jeho přítel převlečený za vánoční postavičku. </a:t>
            </a:r>
            <a:br>
              <a:rPr lang="cs-CZ" sz="2200" dirty="0"/>
            </a:br>
            <a:r>
              <a:rPr lang="cs-CZ" sz="2200" dirty="0"/>
              <a:t>Reakce obdarovaného se mezitím zaznamená a celá scéna se přehraje zpět jako video, které lze sdílet spolu s vánoční zprávou.</a:t>
            </a:r>
          </a:p>
          <a:p>
            <a:pPr>
              <a:spcBef>
                <a:spcPts val="800"/>
              </a:spcBef>
              <a:spcAft>
                <a:spcPts val="600"/>
              </a:spcAft>
            </a:pPr>
            <a:r>
              <a:rPr lang="cs-CZ" sz="2200" dirty="0"/>
              <a:t>🛒 Tento los by byl dostupný na všech prodejních místech, kde se prodávají stírací losy, nebo online na příslušných webových stránkách a v aplikacích.</a:t>
            </a:r>
          </a:p>
          <a:p>
            <a:pPr marL="0" indent="0" algn="just">
              <a:spcBef>
                <a:spcPts val="800"/>
              </a:spcBef>
              <a:spcAft>
                <a:spcPts val="600"/>
              </a:spcAft>
              <a:buNone/>
            </a:pPr>
            <a:endParaRPr lang="cs-CZ" sz="2200" noProof="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spcBef>
                <a:spcPts val="800"/>
              </a:spcBef>
              <a:spcAft>
                <a:spcPts val="600"/>
              </a:spcAft>
              <a:buNone/>
            </a:pPr>
            <a:endParaRPr lang="cs-CZ" sz="2200" noProof="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Bef>
                <a:spcPts val="800"/>
              </a:spcBef>
              <a:spcAft>
                <a:spcPts val="600"/>
              </a:spcAft>
            </a:pPr>
            <a:endParaRPr lang="cs-CZ" sz="2200" noProof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4C9E067-CC51-E5A1-62BA-A972D364D800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61677" y="8102195"/>
            <a:ext cx="2096896" cy="2697568"/>
          </a:xfrm>
          <a:prstGeom prst="rect">
            <a:avLst/>
          </a:prstGeom>
        </p:spPr>
      </p:pic>
      <p:pic>
        <p:nvPicPr>
          <p:cNvPr id="6" name="Picture 5" descr="A christmas card on a table&#10;&#10;AI-generated content may be incorrect.">
            <a:extLst>
              <a:ext uri="{FF2B5EF4-FFF2-40B4-BE49-F238E27FC236}">
                <a16:creationId xmlns:a16="http://schemas.microsoft.com/office/drawing/2014/main" id="{20BC2BD6-7891-0310-F371-53FF71304C9F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12294" y="8102195"/>
            <a:ext cx="2171303" cy="2697568"/>
          </a:xfrm>
          <a:prstGeom prst="rect">
            <a:avLst/>
          </a:prstGeom>
        </p:spPr>
      </p:pic>
      <p:pic>
        <p:nvPicPr>
          <p:cNvPr id="7" name="Picture 6" descr="A hand holding a phone with a screen showing a christmas tree&#10;&#10;AI-generated content may be incorrect.">
            <a:extLst>
              <a:ext uri="{FF2B5EF4-FFF2-40B4-BE49-F238E27FC236}">
                <a16:creationId xmlns:a16="http://schemas.microsoft.com/office/drawing/2014/main" id="{38E2725D-3AD7-73B1-A906-C26E2FB76C48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03536" y="8102194"/>
            <a:ext cx="2413614" cy="269756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CAD5C1B-5570-030F-32D9-29D4CE87EA6A}"/>
              </a:ext>
            </a:extLst>
          </p:cNvPr>
          <p:cNvSpPr txBox="1"/>
          <p:nvPr/>
        </p:nvSpPr>
        <p:spPr>
          <a:xfrm>
            <a:off x="-50354" y="0"/>
            <a:ext cx="44187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cs-CZ" b="1" dirty="0" err="1"/>
              <a:t>Concept</a:t>
            </a:r>
            <a:r>
              <a:rPr lang="cs-CZ" b="1" dirty="0"/>
              <a:t>: </a:t>
            </a:r>
            <a:r>
              <a:rPr lang="en-GB" b="1" dirty="0"/>
              <a:t>2 CZ Christmas Cake Suprise</a:t>
            </a:r>
            <a:endParaRPr lang="cs-CZ" b="1" dirty="0"/>
          </a:p>
        </p:txBody>
      </p:sp>
    </p:spTree>
    <p:extLst>
      <p:ext uri="{BB962C8B-B14F-4D97-AF65-F5344CB8AC3E}">
        <p14:creationId xmlns:p14="http://schemas.microsoft.com/office/powerpoint/2010/main" val="7908495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E1FAAB-956A-78C4-202E-BCA34415C0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7EC3A0-2258-0403-A3BB-1AC8F74205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843" y="573999"/>
            <a:ext cx="6500191" cy="922506"/>
          </a:xfrm>
        </p:spPr>
        <p:txBody>
          <a:bodyPr>
            <a:noAutofit/>
          </a:bodyPr>
          <a:lstStyle/>
          <a:p>
            <a:r>
              <a:rPr lang="cs-CZ" sz="2800" dirty="0"/>
              <a:t>Překvapte kamaráda! Přidejte </a:t>
            </a:r>
            <a:br>
              <a:rPr lang="cs-CZ" sz="2800" dirty="0"/>
            </a:br>
            <a:r>
              <a:rPr lang="cs-CZ" sz="2800" dirty="0"/>
              <a:t>k narozeninovému losu </a:t>
            </a:r>
            <a:r>
              <a:rPr lang="cs-CZ" sz="2800" b="1" u="sng" dirty="0"/>
              <a:t>vlastní video přání:</a:t>
            </a:r>
            <a:endParaRPr lang="cs-CZ" sz="2800" b="1" u="sng" dirty="0">
              <a:ea typeface="Calibri"/>
              <a:cs typeface="Calibri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39F049-D047-43E1-FCC9-C1A49D38719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8843" y="1701534"/>
            <a:ext cx="6500191" cy="6516937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cs-CZ" sz="2300" dirty="0"/>
              <a:t>🎁 </a:t>
            </a:r>
            <a:r>
              <a:rPr lang="cs-CZ" sz="2300" dirty="0">
                <a:effectLst/>
              </a:rPr>
              <a:t>Tento dárkový stírací los </a:t>
            </a:r>
            <a:r>
              <a:rPr lang="en-GB" sz="2300" dirty="0">
                <a:effectLst/>
              </a:rPr>
              <a:t>se prod</a:t>
            </a:r>
            <a:r>
              <a:rPr lang="sk-SK" sz="2300" dirty="0">
                <a:effectLst/>
              </a:rPr>
              <a:t>ává za </a:t>
            </a:r>
            <a:r>
              <a:rPr lang="cs-CZ" sz="2300" dirty="0">
                <a:effectLst/>
              </a:rPr>
              <a:t>250 Kč a pro obdarovaného zaručuje výhru. </a:t>
            </a:r>
          </a:p>
          <a:p>
            <a:pPr>
              <a:buNone/>
            </a:pPr>
            <a:r>
              <a:rPr lang="cs-CZ" sz="2300" dirty="0">
                <a:effectLst/>
              </a:rPr>
              <a:t>Na přední straně stíracího losu se nachází QR kód. </a:t>
            </a:r>
            <a:br>
              <a:rPr lang="cs-CZ" sz="2300" dirty="0">
                <a:effectLst/>
              </a:rPr>
            </a:br>
            <a:r>
              <a:rPr lang="cs-CZ" sz="2300" dirty="0">
                <a:effectLst/>
              </a:rPr>
              <a:t>Po naskenování kódu můžete nahrát zprávu s přáním k narozeninám pro přítele, kterému se chystáte los darovat</a:t>
            </a:r>
            <a:r>
              <a:rPr lang="cs-CZ" sz="2300" dirty="0"/>
              <a:t>.</a:t>
            </a:r>
          </a:p>
          <a:p>
            <a:pPr>
              <a:buNone/>
            </a:pPr>
            <a:endParaRPr lang="cs-CZ" sz="2300" dirty="0"/>
          </a:p>
          <a:p>
            <a:pPr>
              <a:buNone/>
            </a:pPr>
            <a:r>
              <a:rPr lang="cs-CZ" sz="2300" dirty="0"/>
              <a:t>🎉 </a:t>
            </a:r>
            <a:r>
              <a:rPr lang="cs-CZ" sz="2300" dirty="0">
                <a:effectLst/>
              </a:rPr>
              <a:t>Jakmile je stírací los darován, obdarovaný může los setřít, odhalit svou výhru a naskenovat QR kód. Nad stíracím losem se mu pak zobrazí osobní zpráva, kterou jste pro něj nahráli, a díky technologii rozšířeného videa doslova ožije</a:t>
            </a:r>
            <a:r>
              <a:rPr lang="cs-CZ" sz="2300" dirty="0"/>
              <a:t>.</a:t>
            </a:r>
          </a:p>
          <a:p>
            <a:endParaRPr lang="cs-CZ" sz="2300" dirty="0"/>
          </a:p>
          <a:p>
            <a:r>
              <a:rPr lang="cs-CZ" sz="2300" dirty="0"/>
              <a:t>🛒 </a:t>
            </a:r>
            <a:r>
              <a:rPr lang="cs-CZ" sz="2300" dirty="0">
                <a:effectLst/>
              </a:rPr>
              <a:t>Tento los by byl dostupný na všech prodejních místech, kde se prodávají stírací losy, nebo online na příslušných webových stránkách a v aplikacích</a:t>
            </a:r>
            <a:r>
              <a:rPr lang="cs-CZ" sz="2300" dirty="0"/>
              <a:t>.</a:t>
            </a:r>
          </a:p>
          <a:p>
            <a:pPr algn="just"/>
            <a:endParaRPr lang="cs-CZ" sz="2300" dirty="0">
              <a:cs typeface="Times New Roman" panose="02020603050405020304" pitchFamily="18" charset="0"/>
            </a:endParaRPr>
          </a:p>
          <a:p>
            <a:pPr algn="just"/>
            <a:endParaRPr lang="cs-CZ" sz="2300" dirty="0">
              <a:cs typeface="Times New Roman" panose="02020603050405020304" pitchFamily="18" charset="0"/>
            </a:endParaRPr>
          </a:p>
          <a:p>
            <a:pPr algn="just"/>
            <a:endParaRPr lang="cs-CZ" sz="2300" dirty="0"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cs-CZ" sz="23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endParaRPr lang="cs-CZ" sz="23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endParaRPr lang="cs-CZ" sz="2300" dirty="0"/>
          </a:p>
        </p:txBody>
      </p:sp>
      <p:pic>
        <p:nvPicPr>
          <p:cNvPr id="7" name="Picture 6" descr="A birthday card on a table&#10;&#10;AI-generated content may be incorrect.">
            <a:extLst>
              <a:ext uri="{FF2B5EF4-FFF2-40B4-BE49-F238E27FC236}">
                <a16:creationId xmlns:a16="http://schemas.microsoft.com/office/drawing/2014/main" id="{4E658903-7FFF-2B01-2877-8DED2EC07F94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8016806"/>
            <a:ext cx="1729543" cy="2782957"/>
          </a:xfrm>
          <a:prstGeom prst="rect">
            <a:avLst/>
          </a:prstGeom>
        </p:spPr>
      </p:pic>
      <p:pic>
        <p:nvPicPr>
          <p:cNvPr id="9" name="Picture 8" descr="A hand holding a phone&#10;&#10;AI-generated content may be incorrect.">
            <a:extLst>
              <a:ext uri="{FF2B5EF4-FFF2-40B4-BE49-F238E27FC236}">
                <a16:creationId xmlns:a16="http://schemas.microsoft.com/office/drawing/2014/main" id="{477BB094-E9A4-A1E1-E17F-288BDB1F441C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87529" y="8016807"/>
            <a:ext cx="2518991" cy="2782956"/>
          </a:xfrm>
          <a:prstGeom prst="rect">
            <a:avLst/>
          </a:prstGeom>
        </p:spPr>
      </p:pic>
      <p:pic>
        <p:nvPicPr>
          <p:cNvPr id="13" name="Picture 12" descr="A hand holding a phone with a picture of a couple in sunglasses&#10;&#10;AI-generated content may be incorrect.">
            <a:extLst>
              <a:ext uri="{FF2B5EF4-FFF2-40B4-BE49-F238E27FC236}">
                <a16:creationId xmlns:a16="http://schemas.microsoft.com/office/drawing/2014/main" id="{622AC646-A781-2279-946A-44A59F002C17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64505" y="8028738"/>
            <a:ext cx="2093495" cy="277102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0A5B53F-61D5-3315-A3BE-552CF3A0ECEC}"/>
              </a:ext>
            </a:extLst>
          </p:cNvPr>
          <p:cNvSpPr txBox="1"/>
          <p:nvPr/>
        </p:nvSpPr>
        <p:spPr>
          <a:xfrm>
            <a:off x="-50354" y="0"/>
            <a:ext cx="44187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cs-CZ" b="1" dirty="0" err="1"/>
              <a:t>Concept</a:t>
            </a:r>
            <a:r>
              <a:rPr lang="cs-CZ" b="1" dirty="0"/>
              <a:t>: 2 CZ </a:t>
            </a:r>
            <a:r>
              <a:rPr lang="cs-CZ" b="1" dirty="0" err="1"/>
              <a:t>Birthday</a:t>
            </a:r>
            <a:r>
              <a:rPr lang="cs-CZ" b="1" dirty="0"/>
              <a:t> </a:t>
            </a:r>
            <a:r>
              <a:rPr lang="cs-CZ" b="1" dirty="0" err="1"/>
              <a:t>Message</a:t>
            </a:r>
            <a:endParaRPr lang="cs-CZ" b="1" dirty="0"/>
          </a:p>
        </p:txBody>
      </p:sp>
    </p:spTree>
    <p:extLst>
      <p:ext uri="{BB962C8B-B14F-4D97-AF65-F5344CB8AC3E}">
        <p14:creationId xmlns:p14="http://schemas.microsoft.com/office/powerpoint/2010/main" val="6979538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3E573C-FCD3-4B2A-6DA2-8762BA1964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3B3F0-558C-C1CC-EB01-9F890EC1A0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843" y="588746"/>
            <a:ext cx="6351105" cy="922506"/>
          </a:xfrm>
        </p:spPr>
        <p:txBody>
          <a:bodyPr>
            <a:noAutofit/>
          </a:bodyPr>
          <a:lstStyle/>
          <a:p>
            <a:r>
              <a:rPr lang="cs-CZ" sz="2800" dirty="0"/>
              <a:t>Představte si, že ke stíracímu losu připojíte osobní </a:t>
            </a:r>
            <a:r>
              <a:rPr lang="cs-CZ" sz="2800" b="1" u="sng" dirty="0"/>
              <a:t>digitální valentýnku </a:t>
            </a:r>
            <a:r>
              <a:rPr lang="cs-CZ" sz="2800" dirty="0"/>
              <a:t>plnou lásky.</a:t>
            </a:r>
            <a:endParaRPr lang="cs-CZ" sz="2800" dirty="0">
              <a:ea typeface="Calibri"/>
              <a:cs typeface="Calibri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34B5EC-8CE6-A834-82E8-00CB4328E16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8843" y="1812533"/>
            <a:ext cx="6500191" cy="614797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cs-CZ" sz="2300" dirty="0"/>
              <a:t>🎁 </a:t>
            </a:r>
            <a:r>
              <a:rPr lang="cs-CZ" sz="2300" dirty="0">
                <a:effectLst/>
              </a:rPr>
              <a:t>Tento dárkový stírací los </a:t>
            </a:r>
            <a:r>
              <a:rPr lang="en-GB" sz="2300" dirty="0">
                <a:effectLst/>
              </a:rPr>
              <a:t>se prod</a:t>
            </a:r>
            <a:r>
              <a:rPr lang="sk-SK" sz="2300" dirty="0">
                <a:effectLst/>
              </a:rPr>
              <a:t>ává za </a:t>
            </a:r>
            <a:r>
              <a:rPr lang="cs-CZ" sz="2300" dirty="0">
                <a:effectLst/>
              </a:rPr>
              <a:t>250 Kč a pro obdarovaného zaručuje výhru. </a:t>
            </a:r>
          </a:p>
          <a:p>
            <a:pPr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cs-CZ" sz="2300" dirty="0">
                <a:effectLst/>
              </a:rPr>
              <a:t>Na přední straně stíracího losu se nachází QR kód. </a:t>
            </a:r>
            <a:br>
              <a:rPr lang="cs-CZ" sz="2300" dirty="0">
                <a:effectLst/>
              </a:rPr>
            </a:br>
            <a:r>
              <a:rPr lang="cs-CZ" sz="2300" dirty="0">
                <a:effectLst/>
              </a:rPr>
              <a:t>Po naskenování kódu můžete nahrát zprávu s přáním </a:t>
            </a:r>
            <a:br>
              <a:rPr lang="cs-CZ" sz="2300" dirty="0">
                <a:effectLst/>
              </a:rPr>
            </a:br>
            <a:r>
              <a:rPr lang="cs-CZ" sz="2300" dirty="0">
                <a:effectLst/>
              </a:rPr>
              <a:t>k narozeninám pro přítele, kterému se chystáte los darovat</a:t>
            </a:r>
            <a:r>
              <a:rPr lang="cs-CZ" sz="2300" dirty="0"/>
              <a:t>.</a:t>
            </a:r>
          </a:p>
          <a:p>
            <a:pPr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cs-CZ" sz="2300" dirty="0"/>
              <a:t>🎉 </a:t>
            </a:r>
            <a:r>
              <a:rPr lang="cs-CZ" sz="2300" dirty="0">
                <a:effectLst/>
              </a:rPr>
              <a:t>Jakmile je stírací los darován, obdarovaný může los setřít, odhalit svou výhru a naskenovat QR kód. </a:t>
            </a:r>
            <a:br>
              <a:rPr lang="cs-CZ" sz="2300" dirty="0">
                <a:effectLst/>
              </a:rPr>
            </a:br>
            <a:r>
              <a:rPr lang="cs-CZ" sz="2300" dirty="0">
                <a:effectLst/>
              </a:rPr>
              <a:t>Nad stíracím losem se mu pak zobrazí osobní zpráva, kterou jste pro něj nahráli, a díky technologii rozšířeného videa doslova ožije</a:t>
            </a:r>
            <a:r>
              <a:rPr lang="cs-CZ" sz="2300" dirty="0"/>
              <a:t>.</a:t>
            </a:r>
          </a:p>
          <a:p>
            <a:pPr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cs-CZ" sz="2300" dirty="0"/>
              <a:t>🛒 </a:t>
            </a:r>
            <a:r>
              <a:rPr lang="cs-CZ" sz="2300" dirty="0">
                <a:effectLst/>
              </a:rPr>
              <a:t>Tento los by byl dostupný na všech prodejních místech, kde se prodávají stírací losy, nebo online na příslušných webových stránkách a v aplikacích</a:t>
            </a:r>
            <a:r>
              <a:rPr lang="cs-CZ" sz="2300" dirty="0"/>
              <a:t>.</a:t>
            </a:r>
          </a:p>
          <a:p>
            <a:pPr algn="just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br>
              <a:rPr lang="cs-CZ" sz="2300" dirty="0">
                <a:effectLst/>
              </a:rPr>
            </a:br>
            <a:endParaRPr lang="cs-CZ" sz="2300" dirty="0">
              <a:cs typeface="Times New Roman" panose="02020603050405020304" pitchFamily="18" charset="0"/>
            </a:endParaRPr>
          </a:p>
          <a:p>
            <a:pPr algn="just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endParaRPr lang="cs-CZ" sz="2300" dirty="0">
              <a:cs typeface="Times New Roman" panose="02020603050405020304" pitchFamily="18" charset="0"/>
            </a:endParaRPr>
          </a:p>
          <a:p>
            <a:pPr algn="just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endParaRPr lang="cs-CZ" sz="2300" dirty="0">
              <a:cs typeface="Times New Roman" panose="02020603050405020304" pitchFamily="18" charset="0"/>
            </a:endParaRPr>
          </a:p>
          <a:p>
            <a:pPr algn="just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endParaRPr lang="cs-CZ" sz="2300" dirty="0"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endParaRPr lang="cs-CZ" sz="23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endParaRPr lang="cs-CZ" sz="23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endParaRPr lang="cs-CZ" sz="2300" dirty="0"/>
          </a:p>
        </p:txBody>
      </p:sp>
      <p:pic>
        <p:nvPicPr>
          <p:cNvPr id="5" name="Picture 4" descr="A person taking a picture of a card&#10;&#10;AI-generated content may be incorrect.">
            <a:extLst>
              <a:ext uri="{FF2B5EF4-FFF2-40B4-BE49-F238E27FC236}">
                <a16:creationId xmlns:a16="http://schemas.microsoft.com/office/drawing/2014/main" id="{DBDAE58F-B13B-012A-9403-E77E8839FC19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00196" y="8058434"/>
            <a:ext cx="2474035" cy="2741329"/>
          </a:xfrm>
          <a:prstGeom prst="rect">
            <a:avLst/>
          </a:prstGeom>
        </p:spPr>
      </p:pic>
      <p:pic>
        <p:nvPicPr>
          <p:cNvPr id="7" name="Picture 6" descr="A person taking a picture of a person's face on a cellphone&#10;&#10;AI-generated content may be incorrect.">
            <a:extLst>
              <a:ext uri="{FF2B5EF4-FFF2-40B4-BE49-F238E27FC236}">
                <a16:creationId xmlns:a16="http://schemas.microsoft.com/office/drawing/2014/main" id="{B9D0AFEC-CBE8-C87F-7753-926D6221C23C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89333" y="8058434"/>
            <a:ext cx="2260121" cy="2741329"/>
          </a:xfrm>
          <a:prstGeom prst="rect">
            <a:avLst/>
          </a:prstGeom>
        </p:spPr>
      </p:pic>
      <p:pic>
        <p:nvPicPr>
          <p:cNvPr id="9" name="Picture 8" descr="A pink card with a pink design on it&#10;&#10;AI-generated content may be incorrect.">
            <a:extLst>
              <a:ext uri="{FF2B5EF4-FFF2-40B4-BE49-F238E27FC236}">
                <a16:creationId xmlns:a16="http://schemas.microsoft.com/office/drawing/2014/main" id="{4110A59E-9C3F-3738-676D-EC7980A5A92E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99" y="8058434"/>
            <a:ext cx="1878495" cy="274132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75CF02C-1102-5C87-A833-086AFFA4D2DE}"/>
              </a:ext>
            </a:extLst>
          </p:cNvPr>
          <p:cNvSpPr txBox="1"/>
          <p:nvPr/>
        </p:nvSpPr>
        <p:spPr>
          <a:xfrm>
            <a:off x="-50354" y="0"/>
            <a:ext cx="44187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cs-CZ" b="1" dirty="0" err="1"/>
              <a:t>Concept</a:t>
            </a:r>
            <a:r>
              <a:rPr lang="cs-CZ" b="1" dirty="0"/>
              <a:t>: 2 CZ Valentine </a:t>
            </a:r>
            <a:r>
              <a:rPr lang="cs-CZ" b="1" dirty="0" err="1"/>
              <a:t>Message</a:t>
            </a:r>
            <a:endParaRPr lang="cs-CZ" b="1" dirty="0"/>
          </a:p>
        </p:txBody>
      </p:sp>
    </p:spTree>
    <p:extLst>
      <p:ext uri="{BB962C8B-B14F-4D97-AF65-F5344CB8AC3E}">
        <p14:creationId xmlns:p14="http://schemas.microsoft.com/office/powerpoint/2010/main" val="301253591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XCLUDEHIDDENSLIDES" val="False"/>
  <p:tag name="NUMBEROFPAGES" val="8"/>
</p:tagLst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3741da7a-79c1-417c-b408-16c0bfe99fca}" enabled="1" method="Standard" siteId="{1e355c04-e0a4-42ed-8e2d-7351591f0ef1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671</TotalTime>
  <Words>1413</Words>
  <Application>Microsoft Office PowerPoint</Application>
  <PresentationFormat>Custom</PresentationFormat>
  <Paragraphs>90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Arial</vt:lpstr>
      <vt:lpstr>Calibri</vt:lpstr>
      <vt:lpstr>Times New Roman</vt:lpstr>
      <vt:lpstr>Office Theme</vt:lpstr>
      <vt:lpstr>Představte si, že právě byla uvedena na trh nová personalizovaná video stírací karta!</vt:lpstr>
      <vt:lpstr>Představte si, že byla uvedena na trh zábavná nová tematická stírací karta  s rozšířenou realitou:</vt:lpstr>
      <vt:lpstr>Představte si, že na svém stíracím losu můžete hrát novou AR minihru :</vt:lpstr>
      <vt:lpstr>Představte si, že ke svému stíracímu losu získáte nový zážitek s lip-sync videem :</vt:lpstr>
      <vt:lpstr>Představte si, že byla uvedena na trh nová stírací karta s duetovým lip-sync zážitkem:</vt:lpstr>
      <vt:lpstr>Představte si, že ke svému vánočnímu stíracímu losu přidáte osobní překvapení :</vt:lpstr>
      <vt:lpstr>Překvapte kamaráda! Přidejte  k narozeninovému losu vlastní video přání:</vt:lpstr>
      <vt:lpstr>Představte si, že ke stíracímu losu připojíte osobní digitální valentýnku plnou lásky.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Rajsnerová, Jana (KTPRG)</dc:creator>
  <cp:lastModifiedBy>Peter Javornický</cp:lastModifiedBy>
  <cp:revision>34</cp:revision>
  <dcterms:created xsi:type="dcterms:W3CDTF">2022-11-09T07:36:23Z</dcterms:created>
  <dcterms:modified xsi:type="dcterms:W3CDTF">2025-10-30T16:39:22Z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3741da7a-79c1-417c-b408-16c0bfe99fca_Enabled">
    <vt:lpwstr>true</vt:lpwstr>
  </property>
  <property fmtid="{D5CDD505-2E9C-101B-9397-08002B2CF9AE}" pid="3" name="MSIP_Label_3741da7a-79c1-417c-b408-16c0bfe99fca_SetDate">
    <vt:lpwstr>2023-03-30T08:52:17Z</vt:lpwstr>
  </property>
  <property fmtid="{D5CDD505-2E9C-101B-9397-08002B2CF9AE}" pid="4" name="MSIP_Label_3741da7a-79c1-417c-b408-16c0bfe99fca_Method">
    <vt:lpwstr>Standard</vt:lpwstr>
  </property>
  <property fmtid="{D5CDD505-2E9C-101B-9397-08002B2CF9AE}" pid="5" name="MSIP_Label_3741da7a-79c1-417c-b408-16c0bfe99fca_Name">
    <vt:lpwstr>Internal Only - Amber</vt:lpwstr>
  </property>
  <property fmtid="{D5CDD505-2E9C-101B-9397-08002B2CF9AE}" pid="6" name="MSIP_Label_3741da7a-79c1-417c-b408-16c0bfe99fca_SiteId">
    <vt:lpwstr>1e355c04-e0a4-42ed-8e2d-7351591f0ef1</vt:lpwstr>
  </property>
  <property fmtid="{D5CDD505-2E9C-101B-9397-08002B2CF9AE}" pid="7" name="MSIP_Label_3741da7a-79c1-417c-b408-16c0bfe99fca_ActionId">
    <vt:lpwstr>5b4cd54c-153d-4cdd-b8e7-de533e844d37</vt:lpwstr>
  </property>
  <property fmtid="{D5CDD505-2E9C-101B-9397-08002B2CF9AE}" pid="8" name="MSIP_Label_3741da7a-79c1-417c-b408-16c0bfe99fca_ContentBits">
    <vt:lpwstr>0</vt:lpwstr>
  </property>
</Properties>
</file>