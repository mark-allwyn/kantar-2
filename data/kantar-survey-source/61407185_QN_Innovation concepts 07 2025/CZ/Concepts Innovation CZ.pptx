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omments/modernComment_10D_7979302E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70" r:id="rId3"/>
    <p:sldId id="276" r:id="rId4"/>
    <p:sldId id="277" r:id="rId5"/>
    <p:sldId id="278" r:id="rId6"/>
    <p:sldId id="269" r:id="rId7"/>
    <p:sldId id="279" r:id="rId8"/>
    <p:sldId id="280" r:id="rId9"/>
  </p:sldIdLst>
  <p:sldSz cx="6858000" cy="10799763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0D69FD4-C170-6362-D458-C88CC4608148}" name="Jana Rajsnerová" initials="JR" userId="S::jana.rajsnerova@kantar.com::850641e3-b5e7-4086-887f-9df10c8c44fc" providerId="AD"/>
  <p188:author id="{299DB4F6-566C-1DF4-8920-79EE6382FF89}" name="Peter Javornický" initials="PJ" userId="S::Peter.Javornicky@kantar.com::3b98f8e0-d449-4f6e-b57d-5f9bfb7a5c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4" autoAdjust="0"/>
    <p:restoredTop sz="94660"/>
  </p:normalViewPr>
  <p:slideViewPr>
    <p:cSldViewPr snapToGrid="0">
      <p:cViewPr varScale="1">
        <p:scale>
          <a:sx n="60" d="100"/>
          <a:sy n="60" d="100"/>
        </p:scale>
        <p:origin x="273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BBD18CA0-599F-401E-9EEE-B65DFB05CBB6}"/>
    <pc:docChg chg="undo custSel modSld">
      <pc:chgData name="Peter Javornický" userId="3b98f8e0-d449-4f6e-b57d-5f9bfb7a5c2c" providerId="ADAL" clId="{BBD18CA0-599F-401E-9EEE-B65DFB05CBB6}" dt="2025-06-27T13:12:09.888" v="203" actId="2711"/>
      <pc:docMkLst>
        <pc:docMk/>
      </pc:docMkLst>
      <pc:sldChg chg="modSp mod modCm">
        <pc:chgData name="Peter Javornický" userId="3b98f8e0-d449-4f6e-b57d-5f9bfb7a5c2c" providerId="ADAL" clId="{BBD18CA0-599F-401E-9EEE-B65DFB05CBB6}" dt="2025-06-27T13:12:09.888" v="203" actId="2711"/>
        <pc:sldMkLst>
          <pc:docMk/>
          <pc:sldMk cId="46857855" sldId="268"/>
        </pc:sldMkLst>
        <pc:spChg chg="mod">
          <ac:chgData name="Peter Javornický" userId="3b98f8e0-d449-4f6e-b57d-5f9bfb7a5c2c" providerId="ADAL" clId="{BBD18CA0-599F-401E-9EEE-B65DFB05CBB6}" dt="2025-06-27T13:12:09.888" v="203" actId="2711"/>
          <ac:spMkLst>
            <pc:docMk/>
            <pc:sldMk cId="46857855" sldId="268"/>
            <ac:spMk id="3" creationId="{FF7F3D8E-FF11-1FC3-E262-8AB6EA3796E7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46857855" sldId="268"/>
            <ac:spMk id="8" creationId="{6A2563DA-1C0B-4F88-46FD-C1FACC43AA0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eter Javornický" userId="3b98f8e0-d449-4f6e-b57d-5f9bfb7a5c2c" providerId="ADAL" clId="{BBD18CA0-599F-401E-9EEE-B65DFB05CBB6}" dt="2025-06-27T13:11:40.552" v="198" actId="20577"/>
              <pc2:cmMkLst xmlns:pc2="http://schemas.microsoft.com/office/powerpoint/2019/9/main/command">
                <pc:docMk/>
                <pc:sldMk cId="46857855" sldId="268"/>
                <pc2:cmMk id="{92489B33-610C-4251-B414-081E47415924}"/>
              </pc2:cmMkLst>
            </pc226:cmChg>
          </p:ext>
        </pc:extLst>
      </pc:sldChg>
      <pc:sldChg chg="modSp mod">
        <pc:chgData name="Peter Javornický" userId="3b98f8e0-d449-4f6e-b57d-5f9bfb7a5c2c" providerId="ADAL" clId="{BBD18CA0-599F-401E-9EEE-B65DFB05CBB6}" dt="2025-06-27T13:08:00.478" v="147"/>
        <pc:sldMkLst>
          <pc:docMk/>
          <pc:sldMk cId="2037985326" sldId="269"/>
        </pc:sldMkLst>
        <pc:spChg chg="mod">
          <ac:chgData name="Peter Javornický" userId="3b98f8e0-d449-4f6e-b57d-5f9bfb7a5c2c" providerId="ADAL" clId="{BBD18CA0-599F-401E-9EEE-B65DFB05CBB6}" dt="2025-06-27T13:08:00.478" v="147"/>
          <ac:spMkLst>
            <pc:docMk/>
            <pc:sldMk cId="2037985326" sldId="269"/>
            <ac:spMk id="3" creationId="{BA3DEDC4-2EE4-09EC-A48C-E7835A993A33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2037985326" sldId="269"/>
            <ac:spMk id="8" creationId="{BEB3E1E2-6B7F-0798-B1C5-BAF010B82047}"/>
          </ac:spMkLst>
        </pc:spChg>
      </pc:sldChg>
      <pc:sldChg chg="modSp mod">
        <pc:chgData name="Peter Javornický" userId="3b98f8e0-d449-4f6e-b57d-5f9bfb7a5c2c" providerId="ADAL" clId="{BBD18CA0-599F-401E-9EEE-B65DFB05CBB6}" dt="2025-06-27T13:00:48.407" v="90" actId="790"/>
        <pc:sldMkLst>
          <pc:docMk/>
          <pc:sldMk cId="4032399447" sldId="270"/>
        </pc:sldMkLst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4032399447" sldId="270"/>
            <ac:spMk id="3" creationId="{48A0687E-A707-B537-1BD3-E5BF0111A4BD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4032399447" sldId="270"/>
            <ac:spMk id="8" creationId="{F50CD695-76F3-7A3F-BE4B-0FDF1F708F84}"/>
          </ac:spMkLst>
        </pc:spChg>
      </pc:sldChg>
      <pc:sldChg chg="modSp mod">
        <pc:chgData name="Peter Javornický" userId="3b98f8e0-d449-4f6e-b57d-5f9bfb7a5c2c" providerId="ADAL" clId="{BBD18CA0-599F-401E-9EEE-B65DFB05CBB6}" dt="2025-06-27T13:00:48.407" v="90" actId="790"/>
        <pc:sldMkLst>
          <pc:docMk/>
          <pc:sldMk cId="1277430233" sldId="276"/>
        </pc:sldMkLst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1277430233" sldId="276"/>
            <ac:spMk id="3" creationId="{20F04891-3FC5-2B67-CB41-FD3E1ABDEBEA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1277430233" sldId="276"/>
            <ac:spMk id="8" creationId="{F5CE1778-C3C2-C26E-044F-A56948CF6694}"/>
          </ac:spMkLst>
        </pc:spChg>
      </pc:sldChg>
      <pc:sldChg chg="modSp mod">
        <pc:chgData name="Peter Javornický" userId="3b98f8e0-d449-4f6e-b57d-5f9bfb7a5c2c" providerId="ADAL" clId="{BBD18CA0-599F-401E-9EEE-B65DFB05CBB6}" dt="2025-06-27T13:01:55.677" v="97" actId="20577"/>
        <pc:sldMkLst>
          <pc:docMk/>
          <pc:sldMk cId="2820154844" sldId="277"/>
        </pc:sldMkLst>
        <pc:spChg chg="mod">
          <ac:chgData name="Peter Javornický" userId="3b98f8e0-d449-4f6e-b57d-5f9bfb7a5c2c" providerId="ADAL" clId="{BBD18CA0-599F-401E-9EEE-B65DFB05CBB6}" dt="2025-06-27T13:01:55.677" v="97" actId="20577"/>
          <ac:spMkLst>
            <pc:docMk/>
            <pc:sldMk cId="2820154844" sldId="277"/>
            <ac:spMk id="3" creationId="{A2AD3B77-ACFE-94A1-7070-5BB841210F8F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2820154844" sldId="277"/>
            <ac:spMk id="8" creationId="{B2B393A2-E95F-C56D-C085-DE855B3F1247}"/>
          </ac:spMkLst>
        </pc:spChg>
      </pc:sldChg>
      <pc:sldChg chg="modSp mod">
        <pc:chgData name="Peter Javornický" userId="3b98f8e0-d449-4f6e-b57d-5f9bfb7a5c2c" providerId="ADAL" clId="{BBD18CA0-599F-401E-9EEE-B65DFB05CBB6}" dt="2025-06-27T13:06:09.589" v="133" actId="20577"/>
        <pc:sldMkLst>
          <pc:docMk/>
          <pc:sldMk cId="2998871300" sldId="278"/>
        </pc:sldMkLst>
        <pc:spChg chg="mod">
          <ac:chgData name="Peter Javornický" userId="3b98f8e0-d449-4f6e-b57d-5f9bfb7a5c2c" providerId="ADAL" clId="{BBD18CA0-599F-401E-9EEE-B65DFB05CBB6}" dt="2025-06-27T13:06:09.589" v="133" actId="20577"/>
          <ac:spMkLst>
            <pc:docMk/>
            <pc:sldMk cId="2998871300" sldId="278"/>
            <ac:spMk id="3" creationId="{FA28381E-7E5D-FD20-3639-88E1C7CE1CAA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2998871300" sldId="278"/>
            <ac:spMk id="8" creationId="{4041A012-3790-D823-4A91-5FCF73EEB5C7}"/>
          </ac:spMkLst>
        </pc:spChg>
      </pc:sldChg>
      <pc:sldChg chg="modSp mod">
        <pc:chgData name="Peter Javornický" userId="3b98f8e0-d449-4f6e-b57d-5f9bfb7a5c2c" providerId="ADAL" clId="{BBD18CA0-599F-401E-9EEE-B65DFB05CBB6}" dt="2025-06-27T13:09:47.285" v="183" actId="20577"/>
        <pc:sldMkLst>
          <pc:docMk/>
          <pc:sldMk cId="2159528481" sldId="279"/>
        </pc:sldMkLst>
        <pc:spChg chg="mod">
          <ac:chgData name="Peter Javornický" userId="3b98f8e0-d449-4f6e-b57d-5f9bfb7a5c2c" providerId="ADAL" clId="{BBD18CA0-599F-401E-9EEE-B65DFB05CBB6}" dt="2025-06-27T13:09:47.285" v="183" actId="20577"/>
          <ac:spMkLst>
            <pc:docMk/>
            <pc:sldMk cId="2159528481" sldId="279"/>
            <ac:spMk id="3" creationId="{B04D96C8-2800-BDBD-9D76-507C960F1B09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2159528481" sldId="279"/>
            <ac:spMk id="8" creationId="{B42F88CD-CBB8-024E-0102-D751D4594948}"/>
          </ac:spMkLst>
        </pc:spChg>
      </pc:sldChg>
      <pc:sldChg chg="modSp mod">
        <pc:chgData name="Peter Javornický" userId="3b98f8e0-d449-4f6e-b57d-5f9bfb7a5c2c" providerId="ADAL" clId="{BBD18CA0-599F-401E-9EEE-B65DFB05CBB6}" dt="2025-06-27T13:10:47.568" v="193" actId="20577"/>
        <pc:sldMkLst>
          <pc:docMk/>
          <pc:sldMk cId="1352364398" sldId="280"/>
        </pc:sldMkLst>
        <pc:spChg chg="mod">
          <ac:chgData name="Peter Javornický" userId="3b98f8e0-d449-4f6e-b57d-5f9bfb7a5c2c" providerId="ADAL" clId="{BBD18CA0-599F-401E-9EEE-B65DFB05CBB6}" dt="2025-06-27T13:10:47.568" v="193" actId="20577"/>
          <ac:spMkLst>
            <pc:docMk/>
            <pc:sldMk cId="1352364398" sldId="280"/>
            <ac:spMk id="3" creationId="{96F401B7-A599-E10E-69AA-946C849BA717}"/>
          </ac:spMkLst>
        </pc:spChg>
        <pc:spChg chg="mod">
          <ac:chgData name="Peter Javornický" userId="3b98f8e0-d449-4f6e-b57d-5f9bfb7a5c2c" providerId="ADAL" clId="{BBD18CA0-599F-401E-9EEE-B65DFB05CBB6}" dt="2025-06-27T13:00:48.407" v="90" actId="790"/>
          <ac:spMkLst>
            <pc:docMk/>
            <pc:sldMk cId="1352364398" sldId="280"/>
            <ac:spMk id="8" creationId="{B0324C3F-5B53-051E-EEE1-A08E9B88E0B1}"/>
          </ac:spMkLst>
        </pc:spChg>
      </pc:sldChg>
    </pc:docChg>
  </pc:docChgLst>
</pc:chgInfo>
</file>

<file path=ppt/comments/modernComment_10D_7979302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DFAEB4-595A-44D5-B413-57DE805AE356}" authorId="{60D69FD4-C170-6362-D458-C88CC4608148}" created="2025-06-30T11:35:04.7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037985326" sldId="269"/>
      <ac:spMk id="3" creationId="{BA3DEDC4-2EE4-09EC-A48C-E7835A993A33}"/>
      <ac:txMk cp="308" len="6">
        <ac:context len="819" hash="3608976571"/>
      </ac:txMk>
    </ac:txMkLst>
    <p188:pos x="1251681" y="3332111"/>
    <p188:txBody>
      <a:bodyPr/>
      <a:lstStyle/>
      <a:p>
        <a:r>
          <a:rPr lang="en-US"/>
          <a:t>Přidáno slovo „dobrým“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7979302E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F3D8E-FF11-1FC3-E262-8AB6EA3796E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Hraj pro Zábavu, Vyhraj pro Dobrou Věc</a:t>
            </a:r>
            <a:r>
              <a:rPr lang="cs-CZ" sz="2400" noProof="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100" b="1" noProof="0" dirty="0">
                <a:solidFill>
                  <a:prstClr val="black"/>
                </a:solidFill>
              </a:rPr>
              <a:t>Game On </a:t>
            </a:r>
            <a:r>
              <a:rPr lang="cs-CZ" sz="2100" noProof="0" dirty="0">
                <a:solidFill>
                  <a:prstClr val="black"/>
                </a:solidFill>
              </a:rPr>
              <a:t>mění každodenní hraní na něco většího.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Pokaždé, když se zapojíš do hry, část vstupního poplatku jde přímo na podporu cíle, na kterém ti záleží — 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ať už jde o zlepšení místních komunit, řešení národních problémů nebo podporu globálních iniciativ.</a:t>
            </a:r>
          </a:p>
          <a:p>
            <a:pPr defTabSz="404988"/>
            <a:r>
              <a:rPr lang="cs-CZ" sz="2100" b="1" noProof="0" dirty="0">
                <a:solidFill>
                  <a:prstClr val="black"/>
                </a:solidFill>
              </a:rPr>
              <a:t>Ty si vybíráš cíl. Ty vytváříš dopad.</a:t>
            </a:r>
          </a:p>
          <a:p>
            <a:pPr defTabSz="404988"/>
            <a:r>
              <a:rPr lang="cs-CZ" sz="2100" noProof="0" dirty="0">
                <a:solidFill>
                  <a:prstClr val="black"/>
                </a:solidFill>
              </a:rPr>
              <a:t>Každý den přináší novou hru — od adrenalinových závodů po náročné slovní hádanky — což zajišťuje férovou šanci pro každého bez ohledu na úroveň dovedností.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Buď konzistentní, stoupej po žebříčku a odemykej cestu 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k exkluzivním odměnám.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cs-CZ" sz="2100" noProof="0" dirty="0">
                <a:solidFill>
                  <a:prstClr val="black"/>
                </a:solidFill>
              </a:rPr>
              <a:t>Tvá hra má skutečný dopad a přibližuje tě 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k nezapomenutelným zážitkům, jako například: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🎤 VIP vstup na koncert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⚽ Místa v první řadě na finále sezóny tvého týmu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✈️ Vysněný únik do Itálie</a:t>
            </a:r>
            <a:br>
              <a:rPr lang="cs-CZ" sz="2100" noProof="0" dirty="0">
                <a:solidFill>
                  <a:prstClr val="black"/>
                </a:solidFill>
              </a:rPr>
            </a:br>
            <a:endParaRPr lang="cs-CZ" sz="200" noProof="0" dirty="0">
              <a:solidFill>
                <a:prstClr val="black"/>
              </a:solidFill>
            </a:endParaRP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cs-CZ" sz="2100" noProof="0" dirty="0">
                <a:solidFill>
                  <a:prstClr val="black"/>
                </a:solidFill>
              </a:rPr>
              <a:t>Čím víc hraješ, tím víc máš šancí vyhrát — a zároveň pomoci</a:t>
            </a:r>
          </a:p>
          <a:p>
            <a:pPr defTabSz="404988"/>
            <a:r>
              <a:rPr lang="cs-CZ" sz="2100" b="1" noProof="0" dirty="0">
                <a:solidFill>
                  <a:prstClr val="black"/>
                </a:solidFill>
              </a:rPr>
              <a:t>Game On </a:t>
            </a:r>
            <a:r>
              <a:rPr lang="cs-CZ" sz="2100" noProof="0" dirty="0">
                <a:solidFill>
                  <a:prstClr val="black"/>
                </a:solidFill>
              </a:rPr>
              <a:t>není jen další hra — je to tvá každodenní příležitost: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✅ Užít si hry, které miluješ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✅ Podpořit cíle, kterým věříš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✅ Vyhrát odměny jednou za život</a:t>
            </a:r>
          </a:p>
          <a:p>
            <a:pPr defTabSz="404988"/>
            <a:endParaRPr lang="cs-CZ" sz="2400" b="1" noProof="0" dirty="0">
              <a:solidFill>
                <a:prstClr val="black"/>
              </a:solidFill>
              <a:latin typeface="Aptos" panose="02110004020202020204"/>
            </a:endParaRPr>
          </a:p>
          <a:p>
            <a:pPr defTabSz="404988"/>
            <a:r>
              <a:rPr lang="cs-CZ" sz="2100" b="1" noProof="0" dirty="0">
                <a:solidFill>
                  <a:prstClr val="black"/>
                </a:solidFill>
              </a:rPr>
              <a:t>Hraj. Pomáhej. Vyhraj ve velkém.</a:t>
            </a:r>
            <a:br>
              <a:rPr lang="cs-CZ" sz="2100" noProof="0" dirty="0">
                <a:solidFill>
                  <a:prstClr val="black"/>
                </a:solidFill>
              </a:rPr>
            </a:br>
            <a:r>
              <a:rPr lang="cs-CZ" sz="2100" noProof="0" dirty="0">
                <a:solidFill>
                  <a:prstClr val="black"/>
                </a:solidFill>
              </a:rPr>
              <a:t>Protože tohle není jen hra — je to tvá šance něco změnit.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endParaRPr lang="cs-CZ" sz="21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563DA-1C0B-4F88-46FD-C1FACC43AA0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GAME ON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5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3B1B-2DFA-6AB9-6FA4-2611728F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0687E-A707-B537-1BD3-E5BF0111A4BD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Skutečný Svět. Skutečné Odměny.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300" b="1" noProof="0" dirty="0" err="1"/>
              <a:t>Drop’d</a:t>
            </a:r>
            <a:r>
              <a:rPr lang="cs-CZ" sz="2300" b="1" noProof="0" dirty="0"/>
              <a:t> </a:t>
            </a:r>
            <a:r>
              <a:rPr lang="cs-CZ" sz="2300" noProof="0" dirty="0"/>
              <a:t>promění tvé město v živou hru, kde se v reálném čase objevují exkluzivní výherní dropy — </a:t>
            </a:r>
            <a:br>
              <a:rPr lang="cs-CZ" sz="2300" noProof="0" dirty="0"/>
            </a:br>
            <a:r>
              <a:rPr lang="cs-CZ" sz="2300" noProof="0" dirty="0"/>
              <a:t>a stejně rychle zase mizí.</a:t>
            </a:r>
            <a:br>
              <a:rPr lang="cs-CZ" sz="2300" noProof="0" dirty="0"/>
            </a:br>
            <a:r>
              <a:rPr lang="cs-CZ" sz="2300" noProof="0" dirty="0"/>
              <a:t>Spoj se s přáteli a závoďte o to, kdo dorazí na místo jako první.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300" b="1" noProof="0" dirty="0"/>
              <a:t>Jak to funguje</a:t>
            </a:r>
          </a:p>
          <a:p>
            <a:r>
              <a:rPr lang="cs-CZ" sz="2300" noProof="0" dirty="0"/>
              <a:t>📡 </a:t>
            </a:r>
            <a:r>
              <a:rPr lang="cs-CZ" sz="2300" b="1" noProof="0" dirty="0"/>
              <a:t>Živé dropy</a:t>
            </a:r>
            <a:r>
              <a:rPr lang="cs-CZ" sz="2300" noProof="0" dirty="0"/>
              <a:t>: Nové odměny se objevují na reálných</a:t>
            </a:r>
            <a:br>
              <a:rPr lang="cs-CZ" sz="2300" noProof="0" dirty="0"/>
            </a:br>
            <a:r>
              <a:rPr lang="cs-CZ" sz="2300" noProof="0" dirty="0"/>
              <a:t>       místech v tvém okolí.</a:t>
            </a:r>
            <a:br>
              <a:rPr lang="cs-CZ" sz="2300" noProof="0" dirty="0"/>
            </a:br>
            <a:r>
              <a:rPr lang="cs-CZ" sz="2300" noProof="0" dirty="0"/>
              <a:t>🏃‍♂️ </a:t>
            </a:r>
            <a:r>
              <a:rPr lang="cs-CZ" sz="2300" b="1" noProof="0" dirty="0"/>
              <a:t>Jednej rychle</a:t>
            </a:r>
            <a:r>
              <a:rPr lang="cs-CZ" sz="2300" noProof="0" dirty="0"/>
              <a:t>: Každý drop je časově omezený, </a:t>
            </a:r>
            <a:br>
              <a:rPr lang="cs-CZ" sz="2300" noProof="0" dirty="0"/>
            </a:br>
            <a:r>
              <a:rPr lang="cs-CZ" sz="2300" noProof="0" dirty="0"/>
              <a:t>       zaspíš a máš smůlu.</a:t>
            </a:r>
            <a:br>
              <a:rPr lang="cs-CZ" sz="2300" noProof="0" dirty="0"/>
            </a:br>
            <a:r>
              <a:rPr lang="cs-CZ" sz="2300" noProof="0" dirty="0"/>
              <a:t>🤝 </a:t>
            </a:r>
            <a:r>
              <a:rPr lang="cs-CZ" sz="2300" b="1" noProof="0" dirty="0"/>
              <a:t>Spoj se s přáteli</a:t>
            </a:r>
            <a:r>
              <a:rPr lang="cs-CZ" sz="2300" noProof="0" dirty="0"/>
              <a:t>: Přiveď kámoše, splňte výzvy</a:t>
            </a:r>
            <a:br>
              <a:rPr lang="cs-CZ" sz="2300" noProof="0" dirty="0"/>
            </a:br>
            <a:r>
              <a:rPr lang="cs-CZ" sz="2300" noProof="0" dirty="0"/>
              <a:t>       rychleji a podělte se o odměnu.</a:t>
            </a:r>
          </a:p>
          <a:p>
            <a:r>
              <a:rPr lang="cs-CZ" sz="2300" noProof="0" dirty="0"/>
              <a:t>Ať už míříš do školy, jsi v centru, nebo jen tak objevuješ nové ulice — </a:t>
            </a:r>
            <a:r>
              <a:rPr lang="cs-CZ" sz="2300" noProof="0" dirty="0" err="1"/>
              <a:t>Drop’d</a:t>
            </a:r>
            <a:r>
              <a:rPr lang="cs-CZ" sz="2300" noProof="0" dirty="0"/>
              <a:t> tě odmění za to, </a:t>
            </a:r>
            <a:br>
              <a:rPr lang="cs-CZ" sz="2300" noProof="0" dirty="0"/>
            </a:br>
            <a:r>
              <a:rPr lang="cs-CZ" sz="2300" noProof="0" dirty="0"/>
              <a:t>že jsi venku a ve střehu.</a:t>
            </a:r>
          </a:p>
          <a:p>
            <a:r>
              <a:rPr lang="cs-CZ" sz="2300" noProof="0" dirty="0"/>
              <a:t>Každý drop ti může přinést něco výjimečného, třeba:</a:t>
            </a:r>
          </a:p>
          <a:p>
            <a:r>
              <a:rPr lang="cs-CZ" sz="2300" noProof="0" dirty="0"/>
              <a:t>🎤 </a:t>
            </a:r>
            <a:r>
              <a:rPr lang="cs-CZ" sz="2300" noProof="0" dirty="0" err="1"/>
              <a:t>Backstage</a:t>
            </a:r>
            <a:r>
              <a:rPr lang="cs-CZ" sz="2300" noProof="0" dirty="0"/>
              <a:t> vstupy na </a:t>
            </a:r>
            <a:r>
              <a:rPr lang="cs-CZ" sz="2300" noProof="0" dirty="0" err="1"/>
              <a:t>Kendricka</a:t>
            </a:r>
            <a:r>
              <a:rPr lang="cs-CZ" sz="2300" noProof="0" dirty="0"/>
              <a:t> </a:t>
            </a:r>
            <a:r>
              <a:rPr lang="cs-CZ" sz="2300" noProof="0" dirty="0" err="1"/>
              <a:t>Lamara</a:t>
            </a:r>
            <a:br>
              <a:rPr lang="cs-CZ" sz="2300" noProof="0" dirty="0"/>
            </a:br>
            <a:r>
              <a:rPr lang="cs-CZ" sz="2300" noProof="0" dirty="0"/>
              <a:t>🎫 Vouchery od </a:t>
            </a:r>
            <a:r>
              <a:rPr lang="cs-CZ" sz="2300" noProof="0" dirty="0" err="1"/>
              <a:t>Ticketmasteru</a:t>
            </a:r>
            <a:br>
              <a:rPr lang="cs-CZ" sz="2300" noProof="0" dirty="0"/>
            </a:br>
            <a:r>
              <a:rPr lang="cs-CZ" sz="2300" noProof="0" dirty="0"/>
              <a:t>🎧 6měsíční předplatné Apple Music</a:t>
            </a:r>
          </a:p>
          <a:p>
            <a:r>
              <a:rPr lang="cs-CZ" sz="2300" noProof="0" dirty="0"/>
              <a:t>Některé odměny jsou jednoduché výhry. </a:t>
            </a:r>
            <a:br>
              <a:rPr lang="cs-CZ" sz="2300" noProof="0" dirty="0"/>
            </a:br>
            <a:r>
              <a:rPr lang="cs-CZ" sz="2300" noProof="0" dirty="0"/>
              <a:t>Jiné se skrývají za vícekrokovými výzvami — </a:t>
            </a:r>
            <a:br>
              <a:rPr lang="cs-CZ" sz="2300" noProof="0" dirty="0"/>
            </a:br>
            <a:r>
              <a:rPr lang="cs-CZ" sz="2300" noProof="0" dirty="0"/>
              <a:t>poraz čas a získej top odměny.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cs-CZ" sz="2300" b="1" noProof="0" dirty="0" err="1"/>
              <a:t>Drop’d</a:t>
            </a:r>
            <a:r>
              <a:rPr lang="cs-CZ" sz="2300" b="1" noProof="0" dirty="0"/>
              <a:t> přináší dobrodružství </a:t>
            </a:r>
            <a:br>
              <a:rPr lang="cs-CZ" sz="2300" b="1" noProof="0" dirty="0"/>
            </a:br>
            <a:r>
              <a:rPr lang="cs-CZ" sz="2300" b="1" noProof="0" dirty="0"/>
              <a:t>do každodenního života.</a:t>
            </a:r>
            <a:br>
              <a:rPr lang="cs-CZ" sz="2300" noProof="0" dirty="0"/>
            </a:br>
            <a:r>
              <a:rPr lang="cs-CZ" sz="2300" noProof="0" dirty="0"/>
              <a:t>Není to jen hra — je to životní styl.</a:t>
            </a:r>
            <a:endParaRPr lang="cs-CZ" sz="2300" noProof="0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CD695-76F3-7A3F-BE4B-0FDF1F708F8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vl="0">
              <a:defRPr/>
            </a:pPr>
            <a:r>
              <a:rPr lang="cs-CZ" sz="4000" b="1" noProof="0" dirty="0" err="1">
                <a:solidFill>
                  <a:prstClr val="black"/>
                </a:solidFill>
              </a:rPr>
              <a:t>Drop’d</a:t>
            </a:r>
            <a:endParaRPr lang="cs-CZ" sz="4000" b="1" noProof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3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39C20-B01E-BA4D-15E5-E9E88CCA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04891-3FC5-2B67-CB41-FD3E1ABDEBE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 err="1"/>
              <a:t>Doraž</a:t>
            </a:r>
            <a:r>
              <a:rPr lang="cs-CZ" sz="2400" b="1" noProof="0" dirty="0"/>
              <a:t>. Ukaž Se. Vyhraj ve Velkém.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200" b="1" noProof="0" dirty="0" err="1"/>
              <a:t>RealPlay</a:t>
            </a:r>
            <a:r>
              <a:rPr lang="cs-CZ" sz="2200" b="1" noProof="0" dirty="0"/>
              <a:t> </a:t>
            </a:r>
            <a:r>
              <a:rPr lang="cs-CZ" sz="2200" noProof="0" dirty="0"/>
              <a:t>je aréna výzev, kde se zábava mění ve slávu.</a:t>
            </a:r>
            <a:br>
              <a:rPr lang="cs-CZ" sz="2200" noProof="0" dirty="0"/>
            </a:br>
            <a:r>
              <a:rPr lang="cs-CZ" sz="2200" noProof="0" dirty="0"/>
              <a:t>Skoč do aktuálních výzev, natoč video odpověď a vystoupej na vrchol — nebo se jen pohodlně usaď, hlasuj a užij si chaos.</a:t>
            </a:r>
            <a:br>
              <a:rPr lang="cs-CZ" sz="2200" noProof="0" dirty="0"/>
            </a:br>
            <a:r>
              <a:rPr lang="cs-CZ" sz="2200" noProof="0" dirty="0"/>
              <a:t>Ať už jsi odvážlivec, kreativní génius nebo se chceš prostě jen pobavit, </a:t>
            </a:r>
            <a:r>
              <a:rPr lang="cs-CZ" sz="2200" noProof="0" dirty="0" err="1"/>
              <a:t>RealPlay</a:t>
            </a:r>
            <a:r>
              <a:rPr lang="cs-CZ" sz="2200" noProof="0" dirty="0"/>
              <a:t> je místo, kde se to děje.</a:t>
            </a:r>
          </a:p>
          <a:p>
            <a:r>
              <a:rPr lang="cs-CZ" sz="2200" b="1" noProof="0" dirty="0"/>
              <a:t>Jak to funguje</a:t>
            </a:r>
          </a:p>
          <a:p>
            <a:r>
              <a:rPr lang="cs-CZ" sz="2200" noProof="0" dirty="0"/>
              <a:t>🔥 </a:t>
            </a:r>
            <a:r>
              <a:rPr lang="cs-CZ" sz="2200" b="1" noProof="0" dirty="0"/>
              <a:t>Procházej &amp; objevuj</a:t>
            </a:r>
            <a:r>
              <a:rPr lang="cs-CZ" sz="2200" noProof="0" dirty="0"/>
              <a:t>: Tvůj osobní </a:t>
            </a:r>
            <a:r>
              <a:rPr lang="cs-CZ" sz="2200" noProof="0" dirty="0" err="1"/>
              <a:t>feed</a:t>
            </a:r>
            <a:r>
              <a:rPr lang="cs-CZ" sz="2200" noProof="0" dirty="0"/>
              <a:t> je plný výzev </a:t>
            </a:r>
            <a:br>
              <a:rPr lang="cs-CZ" sz="2200" noProof="0" dirty="0"/>
            </a:br>
            <a:r>
              <a:rPr lang="cs-CZ" sz="2200" noProof="0" dirty="0"/>
              <a:t>       od bláznivých úkolů po kreativní kousky.</a:t>
            </a:r>
            <a:br>
              <a:rPr lang="cs-CZ" sz="2200" noProof="0" dirty="0"/>
            </a:br>
            <a:r>
              <a:rPr lang="cs-CZ" sz="2200" noProof="0" dirty="0"/>
              <a:t>📲 </a:t>
            </a:r>
            <a:r>
              <a:rPr lang="cs-CZ" sz="2200" b="1" noProof="0" dirty="0"/>
              <a:t>Natoč &amp; sdílej</a:t>
            </a:r>
            <a:r>
              <a:rPr lang="cs-CZ" sz="2200" noProof="0" dirty="0"/>
              <a:t>: Natoč vlastní odpověď ve stylu </a:t>
            </a:r>
            <a:br>
              <a:rPr lang="cs-CZ" sz="2200" dirty="0"/>
            </a:br>
            <a:r>
              <a:rPr lang="cs-CZ" sz="2200" dirty="0"/>
              <a:t>       </a:t>
            </a:r>
            <a:r>
              <a:rPr lang="cs-CZ" sz="2200" noProof="0" dirty="0" err="1"/>
              <a:t>TikToku</a:t>
            </a:r>
            <a:r>
              <a:rPr lang="cs-CZ" sz="2200" noProof="0" dirty="0"/>
              <a:t> a vrať se podívat na ostatní pokusy.</a:t>
            </a:r>
            <a:br>
              <a:rPr lang="cs-CZ" sz="2200" noProof="0" dirty="0"/>
            </a:br>
            <a:r>
              <a:rPr lang="cs-CZ" sz="2200" noProof="0" dirty="0"/>
              <a:t>🗳️ </a:t>
            </a:r>
            <a:r>
              <a:rPr lang="cs-CZ" sz="2200" b="1" noProof="0" dirty="0"/>
              <a:t>Hlasuj &amp; stoupej</a:t>
            </a:r>
            <a:r>
              <a:rPr lang="cs-CZ" sz="2200" noProof="0" dirty="0"/>
              <a:t>: Podpoř své favority a sleduj, jak</a:t>
            </a:r>
            <a:br>
              <a:rPr lang="cs-CZ" sz="2200" noProof="0" dirty="0"/>
            </a:br>
            <a:r>
              <a:rPr lang="cs-CZ" sz="2200" noProof="0" dirty="0"/>
              <a:t>       </a:t>
            </a:r>
            <a:r>
              <a:rPr lang="cs-CZ" sz="2200" noProof="0" dirty="0" err="1"/>
              <a:t>leaderboard</a:t>
            </a:r>
            <a:r>
              <a:rPr lang="cs-CZ" sz="2200" noProof="0" dirty="0"/>
              <a:t> ožívá.</a:t>
            </a:r>
          </a:p>
          <a:p>
            <a:r>
              <a:rPr lang="cs-CZ" sz="2200" b="1" noProof="0" dirty="0"/>
              <a:t>Vyhraj slávu. Vyhraj ceny.</a:t>
            </a:r>
          </a:p>
          <a:p>
            <a:r>
              <a:rPr lang="cs-CZ" sz="2200" noProof="0" dirty="0"/>
              <a:t>Každá výzva ti dává šanci zazářit — a získat reálné odměny.</a:t>
            </a:r>
          </a:p>
          <a:p>
            <a:r>
              <a:rPr lang="cs-CZ" sz="2200" noProof="0" dirty="0"/>
              <a:t>🏅 Staň se hvězdou poroty nebo šampionem publika</a:t>
            </a:r>
            <a:br>
              <a:rPr lang="cs-CZ" sz="2200" noProof="0" dirty="0"/>
            </a:br>
            <a:r>
              <a:rPr lang="cs-CZ" sz="2200" noProof="0" dirty="0"/>
              <a:t>🎁 Získej epické ceny během živých výherních show</a:t>
            </a:r>
            <a:br>
              <a:rPr lang="cs-CZ" sz="2200" noProof="0" dirty="0"/>
            </a:br>
            <a:r>
              <a:rPr lang="cs-CZ" sz="2200" noProof="0" dirty="0"/>
              <a:t>📈 Staň se virální hvězdou nebo podpoř své oblíbené</a:t>
            </a:r>
            <a:br>
              <a:rPr lang="cs-CZ" sz="2200" noProof="0" dirty="0"/>
            </a:br>
            <a:r>
              <a:rPr lang="cs-CZ" sz="2200" noProof="0" dirty="0"/>
              <a:t>       tvůrce</a:t>
            </a:r>
          </a:p>
          <a:p>
            <a:r>
              <a:rPr lang="cs-CZ" sz="2200" noProof="0" dirty="0"/>
              <a:t>Máš bláznivý nápad na výzvu? Vlož ho do světa </a:t>
            </a:r>
            <a:r>
              <a:rPr lang="cs-CZ" sz="2200" noProof="0" dirty="0" err="1"/>
              <a:t>RealPlay</a:t>
            </a:r>
            <a:r>
              <a:rPr lang="cs-CZ" sz="2200" noProof="0" dirty="0"/>
              <a:t> a sleduj, kdo se jí postaví. Možná právě ty odstartuješ další virální vlnu.</a:t>
            </a:r>
          </a:p>
          <a:p>
            <a:r>
              <a:rPr lang="cs-CZ" sz="2200" b="1" noProof="0" dirty="0"/>
              <a:t>Zapoj se do hry. Buď vidět. Buď odměněn.</a:t>
            </a:r>
            <a:br>
              <a:rPr lang="cs-CZ" sz="2200" noProof="0" dirty="0"/>
            </a:br>
            <a:r>
              <a:rPr lang="cs-CZ" sz="2200" noProof="0" dirty="0" err="1"/>
              <a:t>RealPlay</a:t>
            </a:r>
            <a:r>
              <a:rPr lang="cs-CZ" sz="2200" noProof="0" dirty="0"/>
              <a:t> je tvoje pódium — jak ho využiješ, </a:t>
            </a:r>
            <a:br>
              <a:rPr lang="cs-CZ" sz="2200" noProof="0" dirty="0"/>
            </a:br>
            <a:r>
              <a:rPr lang="cs-CZ" sz="2200" noProof="0" dirty="0"/>
              <a:t>je jen na tobě.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CE1778-C3C2-C26E-044F-A56948CF6694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lvl="0">
              <a:defRPr/>
            </a:pPr>
            <a:r>
              <a:rPr lang="cs-CZ" sz="4000" b="1" noProof="0" dirty="0" err="1">
                <a:solidFill>
                  <a:prstClr val="black"/>
                </a:solidFill>
              </a:rPr>
              <a:t>RealPlay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43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4488-7E51-EA7B-9FD1-10E688FA8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D3B77-ACFE-94A1-7070-5BB841210F8F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Sni. Plánuj. Uskutečni. Společně.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cs-CZ" sz="2300" noProof="0" dirty="0"/>
              <a:t>Přestaň vnímat svůj vysněný život jako „jednou možná“ a začni ho žít už teď.</a:t>
            </a:r>
            <a:br>
              <a:rPr lang="cs-CZ" sz="2300" noProof="0" dirty="0"/>
            </a:br>
            <a:r>
              <a:rPr lang="cs-CZ" sz="2300" noProof="0" dirty="0"/>
              <a:t>Chceš rozjet vedlejšák, naučit se novou dovednost nebo procestovat svět?</a:t>
            </a:r>
            <a:br>
              <a:rPr lang="cs-CZ" sz="2300" noProof="0" dirty="0"/>
            </a:br>
            <a:r>
              <a:rPr lang="cs-CZ" sz="2300" noProof="0" dirty="0" err="1"/>
              <a:t>Someday</a:t>
            </a:r>
            <a:r>
              <a:rPr lang="cs-CZ" sz="2300" noProof="0" dirty="0"/>
              <a:t> ti pomůže přeměnit sny ve skutečnost</a:t>
            </a:r>
            <a:br>
              <a:rPr lang="cs-CZ" sz="2300" noProof="0" dirty="0"/>
            </a:br>
            <a:r>
              <a:rPr lang="cs-CZ" sz="2300" noProof="0" dirty="0"/>
              <a:t>s praktickou pomocí a komunitní podporou na každém kroku.</a:t>
            </a:r>
          </a:p>
          <a:p>
            <a:r>
              <a:rPr lang="cs-CZ" sz="2300" b="1" noProof="0" dirty="0"/>
              <a:t>Od vize k akci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Stačí sdílet svůj sen — velký nebo malý — </a:t>
            </a:r>
            <a:br>
              <a:rPr lang="cs-CZ" sz="2300" noProof="0" dirty="0"/>
            </a:br>
            <a:r>
              <a:rPr lang="cs-CZ" sz="2300" noProof="0" dirty="0"/>
              <a:t>a </a:t>
            </a:r>
            <a:r>
              <a:rPr lang="cs-CZ" sz="2300" b="1" noProof="0" dirty="0" err="1"/>
              <a:t>Someday</a:t>
            </a:r>
            <a:r>
              <a:rPr lang="cs-CZ" sz="2300" noProof="0" dirty="0"/>
              <a:t> ti pomůže:</a:t>
            </a:r>
          </a:p>
          <a:p>
            <a:pPr>
              <a:spcBef>
                <a:spcPts val="600"/>
              </a:spcBef>
            </a:pPr>
            <a:r>
              <a:rPr lang="cs-CZ" sz="2300" noProof="0" dirty="0"/>
              <a:t>✨ Vizualizovat, co všechno je možné</a:t>
            </a:r>
            <a:br>
              <a:rPr lang="cs-CZ" sz="2300" noProof="0" dirty="0"/>
            </a:br>
            <a:r>
              <a:rPr lang="cs-CZ" sz="2300" noProof="0" dirty="0"/>
              <a:t>🧩 Rozdělit sen na jednoduché, splnitelné kroky</a:t>
            </a:r>
            <a:br>
              <a:rPr lang="cs-CZ" sz="2300" noProof="0" dirty="0"/>
            </a:br>
            <a:r>
              <a:rPr lang="cs-CZ" sz="2300" noProof="0" dirty="0"/>
              <a:t>🚀 Najít komunity snílků, kteří míří stejným směrem</a:t>
            </a:r>
          </a:p>
          <a:p>
            <a:r>
              <a:rPr lang="cs-CZ" sz="2300" noProof="0" dirty="0"/>
              <a:t>Už žádné zahlcení. Jen jasná cesta vpřed.</a:t>
            </a:r>
          </a:p>
          <a:p>
            <a:r>
              <a:rPr lang="cs-CZ" sz="2300" b="1" noProof="0" dirty="0"/>
              <a:t>Se </a:t>
            </a:r>
            <a:r>
              <a:rPr lang="cs-CZ" sz="2300" b="1" noProof="0" dirty="0" err="1"/>
              <a:t>Someday</a:t>
            </a:r>
            <a:r>
              <a:rPr lang="cs-CZ" sz="2300" b="1" noProof="0" dirty="0"/>
              <a:t> máš podporu na každém kroku:</a:t>
            </a:r>
          </a:p>
          <a:p>
            <a:r>
              <a:rPr lang="cs-CZ" sz="2300" noProof="0" dirty="0"/>
              <a:t>💡 </a:t>
            </a:r>
            <a:r>
              <a:rPr lang="cs-CZ" sz="2300" b="1" noProof="0" dirty="0"/>
              <a:t>Osobní vedení </a:t>
            </a:r>
            <a:r>
              <a:rPr lang="cs-CZ" sz="2300" noProof="0" dirty="0"/>
              <a:t>přizpůsobené tvému cíli</a:t>
            </a:r>
          </a:p>
          <a:p>
            <a:pPr marL="449263" indent="-449263">
              <a:spcBef>
                <a:spcPts val="0"/>
              </a:spcBef>
            </a:pPr>
            <a:r>
              <a:rPr lang="cs-CZ" sz="2300" noProof="0" dirty="0"/>
              <a:t>🤗 </a:t>
            </a:r>
            <a:r>
              <a:rPr lang="cs-CZ" sz="2300" b="1" noProof="0" dirty="0"/>
              <a:t>Pomoc komunity</a:t>
            </a:r>
            <a:r>
              <a:rPr lang="cs-CZ" sz="2300" noProof="0" dirty="0"/>
              <a:t>, když potřebuješ motivaci nebo radu</a:t>
            </a:r>
          </a:p>
          <a:p>
            <a:pPr marL="449263" indent="-449263">
              <a:spcBef>
                <a:spcPts val="0"/>
              </a:spcBef>
            </a:pPr>
            <a:r>
              <a:rPr lang="cs-CZ" sz="2300" noProof="0" dirty="0"/>
              <a:t>🔄 </a:t>
            </a:r>
            <a:r>
              <a:rPr lang="cs-CZ" sz="2300" b="1" noProof="0" dirty="0"/>
              <a:t>Sleduj svůj pokrok </a:t>
            </a:r>
            <a:r>
              <a:rPr lang="cs-CZ" sz="2300" noProof="0" dirty="0"/>
              <a:t>a sdílej svoji cestu</a:t>
            </a:r>
          </a:p>
          <a:p>
            <a:pPr marL="449263" indent="-449263">
              <a:spcBef>
                <a:spcPts val="0"/>
              </a:spcBef>
            </a:pPr>
            <a:r>
              <a:rPr lang="cs-CZ" sz="2300" noProof="0" dirty="0"/>
              <a:t>🎁 </a:t>
            </a:r>
            <a:r>
              <a:rPr lang="cs-CZ" sz="2300" b="1" noProof="0" dirty="0"/>
              <a:t>Měsíční losování snů</a:t>
            </a:r>
            <a:r>
              <a:rPr lang="cs-CZ" sz="2300" noProof="0" dirty="0"/>
              <a:t>, které mění sny ve skutečnost</a:t>
            </a:r>
          </a:p>
          <a:p>
            <a:r>
              <a:rPr lang="cs-CZ" sz="2300" noProof="0" dirty="0"/>
              <a:t>Ať už hledáš podporu nebo slavíš úspěchy, </a:t>
            </a:r>
            <a:r>
              <a:rPr lang="cs-CZ" sz="2300" noProof="0" dirty="0" err="1"/>
              <a:t>Someday</a:t>
            </a:r>
            <a:r>
              <a:rPr lang="cs-CZ" sz="2300" noProof="0" dirty="0"/>
              <a:t> je místem, kde si snílci jdou za svým — společně.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cs-CZ" sz="2300" b="1" noProof="0" dirty="0"/>
              <a:t>Tady se tvůj sen stává skutečností.</a:t>
            </a:r>
            <a:br>
              <a:rPr lang="cs-CZ" sz="2300" noProof="0" dirty="0"/>
            </a:br>
            <a:r>
              <a:rPr lang="cs-CZ" sz="2300" noProof="0" dirty="0"/>
              <a:t>Pojďme společně vytvořit život, na který čekáš — </a:t>
            </a:r>
            <a:br>
              <a:rPr lang="cs-CZ" sz="2300" noProof="0" dirty="0"/>
            </a:br>
            <a:r>
              <a:rPr lang="cs-CZ" sz="2300" noProof="0" dirty="0"/>
              <a:t>krok za krokem.</a:t>
            </a:r>
            <a:endParaRPr lang="cs-CZ" sz="2300" noProof="0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393A2-E95F-C56D-C085-DE855B3F1247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Someday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15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75A6A-086E-8B79-0692-A3787416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8381E-7E5D-FD20-3639-88E1C7CE1CAA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681934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Cíle jsou lepší, když na ně nejsi sám.</a:t>
            </a:r>
          </a:p>
          <a:p>
            <a:r>
              <a:rPr lang="cs-CZ" sz="2300" b="1" noProof="0" dirty="0"/>
              <a:t>Team </a:t>
            </a:r>
            <a:r>
              <a:rPr lang="cs-CZ" sz="2300" b="1" noProof="0" dirty="0" err="1"/>
              <a:t>Sync</a:t>
            </a:r>
            <a:r>
              <a:rPr lang="cs-CZ" sz="2300" b="1" noProof="0" dirty="0"/>
              <a:t> </a:t>
            </a:r>
            <a:r>
              <a:rPr lang="cs-CZ" sz="2300" noProof="0" dirty="0"/>
              <a:t>ti pomůže stanovit si smysluplné cíle — </a:t>
            </a:r>
            <a:br>
              <a:rPr lang="cs-CZ" sz="2300" noProof="0" dirty="0"/>
            </a:br>
            <a:r>
              <a:rPr lang="cs-CZ" sz="2300" noProof="0" dirty="0"/>
              <a:t>a hlavně se jich držet.</a:t>
            </a:r>
            <a:br>
              <a:rPr lang="cs-CZ" sz="2300" noProof="0" dirty="0"/>
            </a:br>
            <a:r>
              <a:rPr lang="cs-CZ" sz="2300" noProof="0" dirty="0"/>
              <a:t>Ať už trénuješ na maraton, šetříš na vysněnou cestu nebo si buduješ nové návyky, můžeš jít na to sám </a:t>
            </a:r>
            <a:br>
              <a:rPr lang="cs-CZ" sz="2300" noProof="0" dirty="0"/>
            </a:br>
            <a:r>
              <a:rPr lang="cs-CZ" sz="2300" noProof="0" dirty="0"/>
              <a:t>nebo se spojit s přáteli a vzájemně se motivovat.</a:t>
            </a:r>
          </a:p>
          <a:p>
            <a:r>
              <a:rPr lang="cs-CZ" sz="2300" noProof="0" dirty="0"/>
              <a:t>Zůstaň na správné cestě, podrž ostatní i sebe, a oslavuj každý milník — protože úspěch chutná líp, když ho sdílíte jako tým.</a:t>
            </a:r>
          </a:p>
          <a:p>
            <a:r>
              <a:rPr lang="cs-CZ" sz="2300" b="1" noProof="0" dirty="0"/>
              <a:t>Jak to funguje</a:t>
            </a:r>
          </a:p>
          <a:p>
            <a:r>
              <a:rPr lang="cs-CZ" sz="2300" noProof="0" dirty="0"/>
              <a:t>📝 </a:t>
            </a:r>
            <a:r>
              <a:rPr lang="cs-CZ" sz="2300" b="1" noProof="0" dirty="0"/>
              <a:t>Nastav si cíle</a:t>
            </a:r>
            <a:r>
              <a:rPr lang="cs-CZ" sz="2300" noProof="0" dirty="0"/>
              <a:t>: Vyber si, co je pro tebe důležité, </a:t>
            </a:r>
            <a:br>
              <a:rPr lang="cs-CZ" sz="2300" noProof="0" dirty="0"/>
            </a:br>
            <a:r>
              <a:rPr lang="cs-CZ" sz="2300" noProof="0" dirty="0"/>
              <a:t>ať už osobně, nebo ve skupině</a:t>
            </a:r>
          </a:p>
          <a:p>
            <a:pPr marL="449263" indent="-449263">
              <a:spcBef>
                <a:spcPts val="0"/>
              </a:spcBef>
            </a:pPr>
            <a:r>
              <a:rPr lang="cs-CZ" sz="2300" noProof="0" dirty="0"/>
              <a:t>👯‍♀️ </a:t>
            </a:r>
            <a:r>
              <a:rPr lang="cs-CZ" sz="2300" b="1" noProof="0" dirty="0"/>
              <a:t>Spoj se</a:t>
            </a:r>
            <a:r>
              <a:rPr lang="cs-CZ" sz="2300" noProof="0" dirty="0"/>
              <a:t>: Pozvi ostatní, kteří mají stejný cíl, </a:t>
            </a:r>
            <a:br>
              <a:rPr lang="cs-CZ" sz="2300" noProof="0" dirty="0"/>
            </a:br>
            <a:r>
              <a:rPr lang="cs-CZ" sz="2300" noProof="0" dirty="0"/>
              <a:t>a pracujte na něm společně</a:t>
            </a:r>
          </a:p>
          <a:p>
            <a:pPr marL="449263" indent="-449263">
              <a:spcBef>
                <a:spcPts val="0"/>
              </a:spcBef>
            </a:pPr>
            <a:r>
              <a:rPr lang="cs-CZ" sz="2300" noProof="0" dirty="0"/>
              <a:t>✅ </a:t>
            </a:r>
            <a:r>
              <a:rPr lang="cs-CZ" sz="2300" b="1" noProof="0" dirty="0"/>
              <a:t>Sleduj &amp; potvrzuj</a:t>
            </a:r>
            <a:r>
              <a:rPr lang="cs-CZ" sz="2300" noProof="0" dirty="0"/>
              <a:t>: Sdílej pokroky, plň </a:t>
            </a:r>
            <a:r>
              <a:rPr lang="cs-CZ" sz="2300" noProof="0" dirty="0" err="1"/>
              <a:t>check-iny</a:t>
            </a:r>
            <a:r>
              <a:rPr lang="cs-CZ" sz="2300" noProof="0" dirty="0"/>
              <a:t> </a:t>
            </a:r>
            <a:br>
              <a:rPr lang="cs-CZ" sz="2300" noProof="0" dirty="0"/>
            </a:br>
            <a:r>
              <a:rPr lang="cs-CZ" sz="2300" noProof="0" dirty="0"/>
              <a:t>a buď k sobě upřímný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cs-CZ" sz="2300" noProof="0" dirty="0"/>
              <a:t>Každý dosažený milník odemyká novou odměnu — něco zábavného, co tě udrží v pohybu.</a:t>
            </a:r>
            <a:br>
              <a:rPr lang="cs-CZ" sz="2300" noProof="0" dirty="0"/>
            </a:br>
            <a:r>
              <a:rPr lang="cs-CZ" sz="2300" noProof="0" dirty="0"/>
              <a:t>Neláká tě výhra? Roztoč kolo štěstí a získej překvapení.</a:t>
            </a:r>
            <a:endParaRPr lang="cs-CZ" sz="2300" noProof="0" dirty="0">
              <a:solidFill>
                <a:prstClr val="black"/>
              </a:solidFill>
            </a:endParaRPr>
          </a:p>
          <a:p>
            <a:r>
              <a:rPr lang="cs-CZ" sz="2300" noProof="0" dirty="0"/>
              <a:t>S opravdovou zodpovědností, skupinovou energií a špetkou nečekaného je </a:t>
            </a:r>
            <a:r>
              <a:rPr lang="cs-CZ" sz="2300" b="1" noProof="0" dirty="0"/>
              <a:t>Team </a:t>
            </a:r>
            <a:r>
              <a:rPr lang="cs-CZ" sz="2300" b="1" noProof="0" dirty="0" err="1"/>
              <a:t>Sync</a:t>
            </a:r>
            <a:r>
              <a:rPr lang="cs-CZ" sz="2300" b="1" noProof="0" dirty="0"/>
              <a:t> </a:t>
            </a:r>
            <a:r>
              <a:rPr lang="cs-CZ" sz="2300" noProof="0" dirty="0"/>
              <a:t>tím nejzábavnějším způsobem, jak si dávat cíle — a taky je dosahovat.</a:t>
            </a:r>
          </a:p>
          <a:p>
            <a:r>
              <a:rPr lang="cs-CZ" sz="2300" b="1" noProof="0" dirty="0" err="1"/>
              <a:t>Syncni</a:t>
            </a:r>
            <a:r>
              <a:rPr lang="cs-CZ" sz="2300" b="1" noProof="0" dirty="0"/>
              <a:t> se. Přijď. Posuň se.</a:t>
            </a:r>
            <a:br>
              <a:rPr lang="cs-CZ" sz="2300" noProof="0" dirty="0"/>
            </a:br>
            <a:r>
              <a:rPr lang="cs-CZ" sz="2300" noProof="0" dirty="0"/>
              <a:t>Protože když je pokrok sdílený, závazek je snazší — </a:t>
            </a:r>
            <a:br>
              <a:rPr lang="cs-CZ" sz="2300" noProof="0" dirty="0"/>
            </a:br>
            <a:r>
              <a:rPr lang="cs-CZ" sz="2300" noProof="0" dirty="0"/>
              <a:t>a mnohem větší zábava.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1A012-3790-D823-4A91-5FCF73EEB5C7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Team </a:t>
            </a:r>
            <a:r>
              <a:rPr kumimoji="0" lang="cs-CZ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Sync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871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C428B-81C1-8521-C7D8-E0E53627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DEDC4-2EE4-09EC-A48C-E7835A993A33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Dobro se ti vrátí.</a:t>
            </a:r>
          </a:p>
          <a:p>
            <a:r>
              <a:rPr lang="cs-CZ" sz="2400" b="1" noProof="0" dirty="0"/>
              <a:t>S Karma </a:t>
            </a:r>
            <a:r>
              <a:rPr lang="cs-CZ" sz="2400" noProof="0" dirty="0"/>
              <a:t>má každý dobrý skutek dopad.</a:t>
            </a:r>
            <a:br>
              <a:rPr lang="cs-CZ" sz="2400" noProof="0" dirty="0"/>
            </a:br>
            <a:r>
              <a:rPr lang="cs-CZ" sz="2400" noProof="0" dirty="0"/>
              <a:t>Ať už pomáháš ve svém okolí nebo podporuješ globální iniciativy z pohodlí domova, Karma ti umožní jednat smysluplně — a cítit opravdový dopad.</a:t>
            </a:r>
          </a:p>
          <a:p>
            <a:r>
              <a:rPr lang="cs-CZ" sz="2400" noProof="0" dirty="0"/>
              <a:t>Vyber si, co ti dává smysl, zapoj se a vrať světu něco zpět — žádný čin není příliš malý, když je vykonán </a:t>
            </a:r>
            <a:br>
              <a:rPr lang="cs-CZ" sz="2400" noProof="0" dirty="0"/>
            </a:br>
            <a:r>
              <a:rPr lang="cs-CZ" sz="2400" noProof="0" dirty="0"/>
              <a:t>s dobrým úmyslem.</a:t>
            </a:r>
          </a:p>
          <a:p>
            <a:r>
              <a:rPr lang="cs-CZ" sz="2400" b="1" noProof="0" dirty="0"/>
              <a:t>Dej tomu smysl</a:t>
            </a:r>
          </a:p>
          <a:p>
            <a:r>
              <a:rPr lang="cs-CZ" sz="2400" noProof="0" dirty="0"/>
              <a:t>Za každý ověřený příspěvek získáš </a:t>
            </a:r>
            <a:r>
              <a:rPr lang="cs-CZ" sz="2400" b="1" noProof="0" dirty="0"/>
              <a:t>Karma body</a:t>
            </a:r>
            <a:r>
              <a:rPr lang="cs-CZ" sz="2400" noProof="0" dirty="0"/>
              <a:t> — důkaz, že jsi něco změnil/a.</a:t>
            </a:r>
          </a:p>
          <a:p>
            <a:r>
              <a:rPr lang="cs-CZ" sz="2400" noProof="0" dirty="0"/>
              <a:t>Svými body se můžeš zapojit do exkluzivních soutěží o ceny, jako jsou:</a:t>
            </a:r>
          </a:p>
          <a:p>
            <a:r>
              <a:rPr lang="cs-CZ" sz="2400" noProof="0" dirty="0"/>
              <a:t>🌍 Zážitky, na které se nezapomíná</a:t>
            </a:r>
            <a:br>
              <a:rPr lang="cs-CZ" sz="2400" noProof="0" dirty="0"/>
            </a:br>
            <a:r>
              <a:rPr lang="cs-CZ" sz="2400" noProof="0" dirty="0"/>
              <a:t>🎁 Odměny pro každý den</a:t>
            </a:r>
            <a:br>
              <a:rPr lang="cs-CZ" sz="2400" noProof="0" dirty="0"/>
            </a:br>
            <a:r>
              <a:rPr lang="cs-CZ" sz="2400" noProof="0" dirty="0"/>
              <a:t>💫 Překvapení, která zahřejí u srdce</a:t>
            </a:r>
          </a:p>
          <a:p>
            <a:r>
              <a:rPr lang="cs-CZ" sz="2400" noProof="0" dirty="0"/>
              <a:t>A když nevyhraješ? I tak odejdeš s vědomím, že jsi udělal/a něco dobrého.</a:t>
            </a:r>
            <a:br>
              <a:rPr lang="cs-CZ" sz="2400" noProof="0" dirty="0"/>
            </a:br>
            <a:r>
              <a:rPr lang="cs-CZ" sz="2400" noProof="0" dirty="0"/>
              <a:t>A to je ta největší výhra.</a:t>
            </a:r>
          </a:p>
          <a:p>
            <a:r>
              <a:rPr lang="cs-CZ" sz="2400" noProof="0" dirty="0"/>
              <a:t>S </a:t>
            </a:r>
            <a:r>
              <a:rPr lang="cs-CZ" sz="2400" b="1" noProof="0" dirty="0"/>
              <a:t>Karma</a:t>
            </a:r>
            <a:r>
              <a:rPr lang="cs-CZ" sz="2400" noProof="0" dirty="0"/>
              <a:t> je pomáhání výhodné pro obě strany:</a:t>
            </a:r>
            <a:br>
              <a:rPr lang="cs-CZ" sz="2400" noProof="0" dirty="0"/>
            </a:br>
            <a:r>
              <a:rPr lang="cs-CZ" sz="2400" noProof="0" dirty="0"/>
              <a:t>🙌 Pro tebe.</a:t>
            </a:r>
            <a:br>
              <a:rPr lang="cs-CZ" sz="2400" noProof="0" dirty="0"/>
            </a:br>
            <a:r>
              <a:rPr lang="cs-CZ" sz="2400" noProof="0" dirty="0"/>
              <a:t>🌎 Pro svět.</a:t>
            </a:r>
          </a:p>
          <a:p>
            <a:r>
              <a:rPr lang="cs-CZ" sz="2400" noProof="0" dirty="0"/>
              <a:t>Karma propojuje činy s dopadem — a dělá dobro ještě příjemnějším.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3E1E2-6B7F-0798-B1C5-BAF010B82047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Karma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79853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269B-26E7-06DA-AFBB-2757B60E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96C8-2800-BDBD-9D76-507C960F1B09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681934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Trocha kouzla každý den.</a:t>
            </a:r>
          </a:p>
          <a:p>
            <a:r>
              <a:rPr lang="cs-CZ" sz="2400" b="1" noProof="0" dirty="0" err="1"/>
              <a:t>Pocket</a:t>
            </a:r>
            <a:r>
              <a:rPr lang="cs-CZ" sz="2400" b="1" noProof="0" dirty="0"/>
              <a:t> </a:t>
            </a:r>
            <a:r>
              <a:rPr lang="cs-CZ" sz="2400" b="1" noProof="0" dirty="0" err="1"/>
              <a:t>Prophet</a:t>
            </a:r>
            <a:r>
              <a:rPr lang="cs-CZ" sz="2400" b="1" noProof="0" dirty="0"/>
              <a:t> </a:t>
            </a:r>
            <a:r>
              <a:rPr lang="cs-CZ" sz="2400" noProof="0" dirty="0"/>
              <a:t>je tvá denní dávka kosmické zvědavosti, propojující dávnou moudrost </a:t>
            </a:r>
            <a:br>
              <a:rPr lang="cs-CZ" sz="2400" noProof="0" dirty="0"/>
            </a:br>
            <a:r>
              <a:rPr lang="cs-CZ" sz="2400" noProof="0" dirty="0"/>
              <a:t>s moderními vibracemi.</a:t>
            </a:r>
            <a:br>
              <a:rPr lang="cs-CZ" sz="2400" noProof="0" dirty="0"/>
            </a:br>
            <a:r>
              <a:rPr lang="cs-CZ" sz="2400" noProof="0" dirty="0"/>
              <a:t>Ať už jsi astrologický nadšenec, začátečník v tarotu nebo prostě miluješ tajemství, tohle je tvá kapesní brána do nečekaného.</a:t>
            </a:r>
          </a:p>
          <a:p>
            <a:r>
              <a:rPr lang="cs-CZ" sz="2400" noProof="0" dirty="0"/>
              <a:t>Každý den odemkneš nové proroctví — stejně tak inspirativní jako poučné.</a:t>
            </a:r>
          </a:p>
          <a:p>
            <a:r>
              <a:rPr lang="cs-CZ" sz="2400" b="1" noProof="0" dirty="0"/>
              <a:t>Co se skrývá v kouzlu?</a:t>
            </a:r>
          </a:p>
          <a:p>
            <a:pPr marL="449263" indent="-449263"/>
            <a:r>
              <a:rPr lang="cs-CZ" sz="2400" noProof="0" dirty="0"/>
              <a:t>🪐 </a:t>
            </a:r>
            <a:r>
              <a:rPr lang="cs-CZ" sz="2400" b="1" noProof="0" dirty="0"/>
              <a:t>Astrologické vedení </a:t>
            </a:r>
            <a:r>
              <a:rPr lang="cs-CZ" sz="2400" noProof="0" dirty="0"/>
              <a:t>podle tvého znamení</a:t>
            </a:r>
          </a:p>
          <a:p>
            <a:pPr marL="449263" indent="-449263">
              <a:spcBef>
                <a:spcPts val="0"/>
              </a:spcBef>
            </a:pPr>
            <a:r>
              <a:rPr lang="cs-CZ" sz="2400" noProof="0" dirty="0"/>
              <a:t>🃏 </a:t>
            </a:r>
            <a:r>
              <a:rPr lang="cs-CZ" sz="2400" b="1" noProof="0" dirty="0"/>
              <a:t>Výklady tarotových karet </a:t>
            </a:r>
            <a:r>
              <a:rPr lang="cs-CZ" sz="2400" noProof="0" dirty="0"/>
              <a:t>pro kosmickou jasnozřivost</a:t>
            </a:r>
          </a:p>
          <a:p>
            <a:pPr marL="449263" indent="-449263">
              <a:spcBef>
                <a:spcPts val="0"/>
              </a:spcBef>
            </a:pPr>
            <a:r>
              <a:rPr lang="cs-CZ" sz="2400" noProof="0" dirty="0"/>
              <a:t>🎱 </a:t>
            </a:r>
            <a:r>
              <a:rPr lang="cs-CZ" sz="2400" b="1" noProof="0" dirty="0"/>
              <a:t>Odpovědi z kouzelné koule </a:t>
            </a:r>
            <a:r>
              <a:rPr lang="cs-CZ" sz="2400" noProof="0" dirty="0"/>
              <a:t>na velké (i malé) otázky života</a:t>
            </a:r>
            <a:endParaRPr lang="cs-CZ" sz="2400" dirty="0"/>
          </a:p>
          <a:p>
            <a:pPr marL="449263" indent="-449263">
              <a:spcBef>
                <a:spcPts val="0"/>
              </a:spcBef>
            </a:pPr>
            <a:r>
              <a:rPr lang="cs-CZ" sz="2400" noProof="0" dirty="0"/>
              <a:t>🎁 A navíc… překvapivé </a:t>
            </a:r>
            <a:r>
              <a:rPr lang="cs-CZ" sz="2400" b="1" noProof="0" dirty="0"/>
              <a:t>odměny ze skutečného světa</a:t>
            </a:r>
            <a:r>
              <a:rPr lang="cs-CZ" sz="2400" noProof="0" dirty="0"/>
              <a:t>, když se hvězdy zarovnají</a:t>
            </a:r>
          </a:p>
          <a:p>
            <a:r>
              <a:rPr lang="cs-CZ" sz="2400" noProof="0" dirty="0"/>
              <a:t>Rychlé, hravé a plné </a:t>
            </a:r>
            <a:r>
              <a:rPr lang="cs-CZ" sz="2400" noProof="0" dirty="0" err="1"/>
              <a:t>synchronicity</a:t>
            </a:r>
            <a:r>
              <a:rPr lang="cs-CZ" sz="2400" noProof="0" dirty="0"/>
              <a:t> — </a:t>
            </a:r>
            <a:r>
              <a:rPr lang="cs-CZ" sz="2400" b="1" noProof="0" dirty="0" err="1"/>
              <a:t>Pocket</a:t>
            </a:r>
            <a:r>
              <a:rPr lang="cs-CZ" sz="2400" b="1" noProof="0" dirty="0"/>
              <a:t> </a:t>
            </a:r>
            <a:r>
              <a:rPr lang="cs-CZ" sz="2400" b="1" noProof="0" dirty="0" err="1"/>
              <a:t>Prophet</a:t>
            </a:r>
            <a:r>
              <a:rPr lang="cs-CZ" sz="2400" b="1" noProof="0" dirty="0"/>
              <a:t> </a:t>
            </a:r>
            <a:r>
              <a:rPr lang="cs-CZ" sz="2400" noProof="0" dirty="0"/>
              <a:t>promění obyčejné chvíle ve špetku mystiky.</a:t>
            </a:r>
          </a:p>
          <a:p>
            <a:r>
              <a:rPr lang="cs-CZ" sz="2400" noProof="0" dirty="0"/>
              <a:t>Hledáš směr nebo jen radostný impuls?</a:t>
            </a:r>
            <a:br>
              <a:rPr lang="cs-CZ" sz="2400" noProof="0" dirty="0"/>
            </a:br>
            <a:r>
              <a:rPr lang="cs-CZ" sz="2400" b="1" noProof="0" dirty="0" err="1"/>
              <a:t>Pocket</a:t>
            </a:r>
            <a:r>
              <a:rPr lang="cs-CZ" sz="2400" b="1" noProof="0" dirty="0"/>
              <a:t> </a:t>
            </a:r>
            <a:r>
              <a:rPr lang="cs-CZ" sz="2400" b="1" noProof="0" dirty="0" err="1"/>
              <a:t>Prophet</a:t>
            </a:r>
            <a:r>
              <a:rPr lang="cs-CZ" sz="2400" noProof="0" dirty="0"/>
              <a:t> ti přinese hravé pošťouchnutí </a:t>
            </a:r>
            <a:br>
              <a:rPr lang="cs-CZ" sz="2400" noProof="0" dirty="0"/>
            </a:br>
            <a:r>
              <a:rPr lang="cs-CZ" sz="2400" noProof="0" dirty="0"/>
              <a:t>od vesmíru — a možná i kousek štěstí navíc.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r>
              <a:rPr lang="cs-CZ" sz="2400" b="1" noProof="0" dirty="0"/>
              <a:t>Přihlas se. Nalaď se. Buď v souladu.</a:t>
            </a:r>
            <a:br>
              <a:rPr lang="cs-CZ" sz="2400" noProof="0" dirty="0"/>
            </a:br>
            <a:r>
              <a:rPr lang="cs-CZ" sz="2400" noProof="0" dirty="0"/>
              <a:t>S </a:t>
            </a:r>
            <a:r>
              <a:rPr lang="cs-CZ" sz="2400" noProof="0" dirty="0" err="1"/>
              <a:t>Pocket</a:t>
            </a:r>
            <a:r>
              <a:rPr lang="cs-CZ" sz="2400" noProof="0" dirty="0"/>
              <a:t> </a:t>
            </a:r>
            <a:r>
              <a:rPr lang="cs-CZ" sz="2400" noProof="0" dirty="0" err="1"/>
              <a:t>Prophet</a:t>
            </a:r>
            <a:r>
              <a:rPr lang="cs-CZ" sz="2400" noProof="0" dirty="0"/>
              <a:t> je kousek magie vždy jen jedno klepnutí daleko.</a:t>
            </a:r>
            <a:endParaRPr lang="cs-CZ" sz="2400" noProof="0" dirty="0">
              <a:solidFill>
                <a:prstClr val="black"/>
              </a:solidFill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2F88CD-CBB8-024E-0102-D751D4594948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Pocket</a:t>
            </a: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 </a:t>
            </a:r>
            <a:r>
              <a:rPr kumimoji="0" lang="cs-CZ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Prophet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528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4D005-161A-10CE-D48E-1DC8496C7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401B7-A599-E10E-69AA-946C849BA717}"/>
              </a:ext>
            </a:extLst>
          </p:cNvPr>
          <p:cNvSpPr>
            <a:spLocks noGrp="1" noChangeAspect="1"/>
          </p:cNvSpPr>
          <p:nvPr>
            <p:ph type="body" sz="quarter" idx="10"/>
          </p:nvPr>
        </p:nvSpPr>
        <p:spPr>
          <a:xfrm>
            <a:off x="176066" y="646331"/>
            <a:ext cx="6505868" cy="10153432"/>
          </a:xfrm>
        </p:spPr>
        <p:txBody>
          <a:bodyPr lIns="36000" rIns="36000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</a:pPr>
            <a:r>
              <a:rPr lang="cs-CZ" sz="2400" b="1" noProof="0" dirty="0"/>
              <a:t>Tvoje představivost. Tvoje hra.</a:t>
            </a:r>
          </a:p>
          <a:p>
            <a:r>
              <a:rPr lang="cs-CZ" sz="2400" b="1" noProof="0" dirty="0"/>
              <a:t>Game </a:t>
            </a:r>
            <a:r>
              <a:rPr lang="cs-CZ" sz="2400" b="1" noProof="0" dirty="0" err="1"/>
              <a:t>Vibes</a:t>
            </a:r>
            <a:r>
              <a:rPr lang="cs-CZ" sz="2400" b="1" noProof="0" dirty="0"/>
              <a:t> </a:t>
            </a:r>
            <a:r>
              <a:rPr lang="cs-CZ" sz="2400" noProof="0" dirty="0"/>
              <a:t>ti dává sílu vytvářet vlastní hry — bez programování. S intuitivními nástroji a kouzlem AI proměníš i ty nejdivočejší herní nápady v hratelné zážitky během pár kliknutí.</a:t>
            </a:r>
          </a:p>
          <a:p>
            <a:r>
              <a:rPr lang="cs-CZ" sz="2400" noProof="0" dirty="0"/>
              <a:t>Od závodních her, kde jsi hrdinou ty, až po </a:t>
            </a:r>
            <a:r>
              <a:rPr lang="cs-CZ" sz="2400" noProof="0" dirty="0" err="1"/>
              <a:t>Stranger</a:t>
            </a:r>
            <a:r>
              <a:rPr lang="cs-CZ" sz="2400" noProof="0" dirty="0"/>
              <a:t> </a:t>
            </a:r>
            <a:r>
              <a:rPr lang="cs-CZ" sz="2400" noProof="0" dirty="0" err="1"/>
              <a:t>Things</a:t>
            </a:r>
            <a:r>
              <a:rPr lang="cs-CZ" sz="2400" noProof="0" dirty="0"/>
              <a:t> výpravy s tvými kámoši v hlavních rolích — Game </a:t>
            </a:r>
            <a:r>
              <a:rPr lang="cs-CZ" sz="2400" noProof="0" dirty="0" err="1"/>
              <a:t>Vibes</a:t>
            </a:r>
            <a:r>
              <a:rPr lang="cs-CZ" sz="2400" noProof="0" dirty="0"/>
              <a:t> ti pomůže přivést tvůj svět k životu.</a:t>
            </a:r>
          </a:p>
          <a:p>
            <a:r>
              <a:rPr lang="cs-CZ" sz="2400" b="1" noProof="0" dirty="0"/>
              <a:t>Jak to funguje</a:t>
            </a:r>
          </a:p>
          <a:p>
            <a:pPr marL="449263" indent="-449263">
              <a:spcBef>
                <a:spcPts val="600"/>
              </a:spcBef>
            </a:pPr>
            <a:r>
              <a:rPr lang="cs-CZ" sz="2400" noProof="0" dirty="0"/>
              <a:t>💡 </a:t>
            </a:r>
            <a:r>
              <a:rPr lang="cs-CZ" sz="2400" b="1" noProof="0" dirty="0"/>
              <a:t>Popiš svůj nápad AI</a:t>
            </a:r>
            <a:r>
              <a:rPr lang="cs-CZ" sz="2400" noProof="0" dirty="0"/>
              <a:t> — může být jednoduchý </a:t>
            </a:r>
            <a:br>
              <a:rPr lang="cs-CZ" sz="2400" noProof="0" dirty="0"/>
            </a:br>
            <a:r>
              <a:rPr lang="cs-CZ" sz="2400" noProof="0" dirty="0"/>
              <a:t>i šílený</a:t>
            </a:r>
          </a:p>
          <a:p>
            <a:pPr marL="449263" indent="-449263">
              <a:spcBef>
                <a:spcPts val="0"/>
              </a:spcBef>
            </a:pPr>
            <a:r>
              <a:rPr lang="cs-CZ" sz="2400" noProof="0" dirty="0"/>
              <a:t>🎨 </a:t>
            </a:r>
            <a:r>
              <a:rPr lang="cs-CZ" sz="2400" b="1" noProof="0" dirty="0"/>
              <a:t>Uprav detaily </a:t>
            </a:r>
            <a:r>
              <a:rPr lang="cs-CZ" sz="2400" noProof="0" dirty="0"/>
              <a:t>— postavy, prostředí, příběh a další</a:t>
            </a:r>
          </a:p>
          <a:p>
            <a:pPr marL="449263" indent="-449263">
              <a:spcBef>
                <a:spcPts val="0"/>
              </a:spcBef>
            </a:pPr>
            <a:r>
              <a:rPr lang="cs-CZ" sz="2400" noProof="0" dirty="0"/>
              <a:t>📱 </a:t>
            </a:r>
            <a:r>
              <a:rPr lang="cs-CZ" sz="2400" b="1" noProof="0" dirty="0"/>
              <a:t>Sdílej s přáteli </a:t>
            </a:r>
            <a:r>
              <a:rPr lang="cs-CZ" sz="2400" noProof="0" dirty="0"/>
              <a:t>pro jedinečný osobní herní zážitek</a:t>
            </a:r>
          </a:p>
          <a:p>
            <a:pPr marL="449263" indent="-449263">
              <a:spcBef>
                <a:spcPts val="0"/>
              </a:spcBef>
            </a:pPr>
            <a:r>
              <a:rPr lang="cs-CZ" sz="2400" noProof="0" dirty="0"/>
              <a:t>🌍 </a:t>
            </a:r>
            <a:r>
              <a:rPr lang="cs-CZ" sz="2400" b="1" noProof="0" dirty="0"/>
              <a:t>Publikuj a vydělávej </a:t>
            </a:r>
            <a:r>
              <a:rPr lang="cs-CZ" sz="2400" noProof="0" dirty="0"/>
              <a:t>— zpoplatni svou hru a proměň koníček ve vedlejšák nebo virální hit</a:t>
            </a:r>
          </a:p>
          <a:p>
            <a:r>
              <a:rPr lang="cs-CZ" sz="2400" noProof="0" dirty="0"/>
              <a:t>Ať už tvoříš pro zábavu, nebo buduješ další </a:t>
            </a:r>
            <a:r>
              <a:rPr lang="cs-CZ" sz="2400" noProof="0" dirty="0" err="1"/>
              <a:t>indie</a:t>
            </a:r>
            <a:r>
              <a:rPr lang="cs-CZ" sz="2400" noProof="0" dirty="0"/>
              <a:t> senzaci, </a:t>
            </a:r>
            <a:r>
              <a:rPr lang="cs-CZ" sz="2400" b="1" noProof="0" dirty="0"/>
              <a:t>Game </a:t>
            </a:r>
            <a:r>
              <a:rPr lang="cs-CZ" sz="2400" b="1" noProof="0" dirty="0" err="1"/>
              <a:t>Vibes</a:t>
            </a:r>
            <a:r>
              <a:rPr lang="cs-CZ" sz="2400" noProof="0" dirty="0"/>
              <a:t> je místo, kde herní sny začínají.</a:t>
            </a:r>
          </a:p>
          <a:p>
            <a:r>
              <a:rPr lang="cs-CZ" sz="2400" b="1" noProof="0" dirty="0"/>
              <a:t>Tvoř hry. Tvoř zážitky. Tvoř pohyb.</a:t>
            </a:r>
            <a:br>
              <a:rPr lang="cs-CZ" sz="2400" noProof="0" dirty="0"/>
            </a:br>
            <a:r>
              <a:rPr lang="cs-CZ" sz="2400" noProof="0" dirty="0"/>
              <a:t>Nemáš technické dovednosti? Nevadí.</a:t>
            </a:r>
            <a:br>
              <a:rPr lang="cs-CZ" sz="2400" noProof="0" dirty="0"/>
            </a:br>
            <a:r>
              <a:rPr lang="cs-CZ" sz="2400" noProof="0" dirty="0"/>
              <a:t>Stačí tvůj hlas, tvoje vize a tvoje energie.</a:t>
            </a:r>
          </a:p>
          <a:p>
            <a:r>
              <a:rPr lang="cs-CZ" sz="2400" noProof="0" dirty="0"/>
              <a:t>Hraj sám, spolupracuj s přáteli nebo otevři svou hru světu.</a:t>
            </a:r>
          </a:p>
          <a:p>
            <a:r>
              <a:rPr lang="cs-CZ" sz="2400" b="1" noProof="0" dirty="0"/>
              <a:t>Vytvoř ji. Zahraj si ji. Sdílej ji.</a:t>
            </a:r>
            <a:br>
              <a:rPr lang="cs-CZ" sz="2400" noProof="0" dirty="0"/>
            </a:br>
            <a:r>
              <a:rPr lang="cs-CZ" sz="2400" noProof="0" dirty="0"/>
              <a:t>S Game </a:t>
            </a:r>
            <a:r>
              <a:rPr lang="cs-CZ" sz="2400" noProof="0" dirty="0" err="1"/>
              <a:t>Vibes</a:t>
            </a:r>
            <a:r>
              <a:rPr lang="cs-CZ" sz="2400" noProof="0" dirty="0"/>
              <a:t> může být tvůrcem her opravdu každý.</a:t>
            </a:r>
          </a:p>
          <a:p>
            <a:pPr lvl="0" defTabSz="457200">
              <a:lnSpc>
                <a:spcPct val="100000"/>
              </a:lnSpc>
              <a:spcBef>
                <a:spcPts val="1200"/>
              </a:spcBef>
              <a:defRPr/>
            </a:pPr>
            <a:endParaRPr lang="cs-CZ" sz="2200" noProof="0" dirty="0">
              <a:solidFill>
                <a:prstClr val="black"/>
              </a:solidFill>
              <a:ea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24C3F-5B53-051E-EEE1-A08E9B88E0B1}"/>
              </a:ext>
            </a:extLst>
          </p:cNvPr>
          <p:cNvSpPr txBox="1"/>
          <p:nvPr/>
        </p:nvSpPr>
        <p:spPr>
          <a:xfrm>
            <a:off x="176066" y="0"/>
            <a:ext cx="6505868" cy="707886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Game </a:t>
            </a:r>
            <a:r>
              <a:rPr kumimoji="0" lang="cs-CZ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ource Sans Pro" panose="020B0503030403020204" pitchFamily="34" charset="0"/>
                <a:cs typeface="Source Sans Pro" panose="020B0503030403020204" pitchFamily="34" charset="0"/>
              </a:rPr>
              <a:t>Vibes</a:t>
            </a:r>
            <a:endParaRPr kumimoji="0" lang="cs-CZ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364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8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2136</TotalTime>
  <Words>1639</Words>
  <Application>Microsoft Office PowerPoint</Application>
  <PresentationFormat>Custom</PresentationFormat>
  <Paragraphs>91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Jana Rajsnerová</cp:lastModifiedBy>
  <cp:revision>20</cp:revision>
  <dcterms:created xsi:type="dcterms:W3CDTF">2022-11-09T07:36:23Z</dcterms:created>
  <dcterms:modified xsi:type="dcterms:W3CDTF">2025-06-30T11:49:41Z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