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70" r:id="rId3"/>
    <p:sldId id="271" r:id="rId4"/>
    <p:sldId id="272" r:id="rId5"/>
  </p:sldIdLst>
  <p:sldSz cx="6858000" cy="10799763"/>
  <p:notesSz cx="6858000" cy="9144000"/>
  <p:custDataLst>
    <p:tags r:id="rId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4660"/>
  </p:normalViewPr>
  <p:slideViewPr>
    <p:cSldViewPr snapToGrid="0">
      <p:cViewPr varScale="1">
        <p:scale>
          <a:sx n="97" d="100"/>
          <a:sy n="97" d="100"/>
        </p:scale>
        <p:origin x="3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- Šir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8" y="357050"/>
            <a:ext cx="6361042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288" y="1279525"/>
            <a:ext cx="6361042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438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Už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2" y="357050"/>
            <a:ext cx="6069497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1279525"/>
            <a:ext cx="6069497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336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09"/>
            <a:ext cx="6626087" cy="10177669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/>
            </a:lvl1pPr>
            <a:lvl2pPr>
              <a:defRPr sz="40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7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57050"/>
            <a:ext cx="5915025" cy="922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44488"/>
            <a:ext cx="5915025" cy="8998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37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1B1D-23EF-F404-4120-677E86897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4" y="75690"/>
            <a:ext cx="6400798" cy="922506"/>
          </a:xfrm>
        </p:spPr>
        <p:txBody>
          <a:bodyPr/>
          <a:lstStyle/>
          <a:p>
            <a:r>
              <a:rPr lang="en-GB" b="1" dirty="0"/>
              <a:t>Exclusive Game Skins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D9BB9-7BDB-6DCC-7920-DA0C3A614F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83" y="998165"/>
            <a:ext cx="6400799" cy="9255953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GB" sz="2500" i="1" dirty="0"/>
              <a:t>I sometimes crave new ways of enhancing my playing  experience and seek </a:t>
            </a:r>
            <a:r>
              <a:rPr lang="en-GB" sz="2500" b="1" i="1" dirty="0"/>
              <a:t>exclusive and visually appealing skins </a:t>
            </a:r>
            <a:r>
              <a:rPr lang="en-GB" sz="2500" i="1" dirty="0"/>
              <a:t>to stand out, or character personalisation in games like </a:t>
            </a:r>
            <a:br>
              <a:rPr lang="cs-CZ" sz="2500" i="1" dirty="0"/>
            </a:br>
            <a:r>
              <a:rPr lang="en-GB" sz="2500" i="1" dirty="0"/>
              <a:t>Counter Strike or League of Legends.</a:t>
            </a:r>
          </a:p>
          <a:p>
            <a:pPr>
              <a:spcBef>
                <a:spcPts val="1200"/>
              </a:spcBef>
            </a:pPr>
            <a:endParaRPr lang="en-GB" sz="2500" dirty="0"/>
          </a:p>
          <a:p>
            <a:pPr>
              <a:spcBef>
                <a:spcPts val="1200"/>
              </a:spcBef>
            </a:pPr>
            <a:r>
              <a:rPr lang="en-GB" sz="2500" dirty="0"/>
              <a:t>Players will have the chance </a:t>
            </a:r>
            <a:r>
              <a:rPr lang="en-GB" sz="2500" b="1" dirty="0"/>
              <a:t>to win exclusive, high-quality and visually striking skins </a:t>
            </a:r>
            <a:r>
              <a:rPr lang="en-GB" sz="2500" dirty="0"/>
              <a:t>through playing e-scratches, buying traditional scratch cards or participating in special online lottery events. </a:t>
            </a:r>
          </a:p>
          <a:p>
            <a:pPr>
              <a:spcBef>
                <a:spcPts val="1200"/>
              </a:spcBef>
            </a:pPr>
            <a:r>
              <a:rPr lang="en-GB" sz="2500" dirty="0"/>
              <a:t>These unique skins allow players to showcase their success and individuality to enrich their gaming experience.</a:t>
            </a:r>
          </a:p>
          <a:p>
            <a:pPr>
              <a:spcBef>
                <a:spcPts val="1200"/>
              </a:spcBef>
            </a:pPr>
            <a:r>
              <a:rPr lang="en-GB" sz="2500" dirty="0"/>
              <a:t>The collaboration between the lottery operator and popular game developers ensures the skins are officially recognised and redeemable. </a:t>
            </a:r>
          </a:p>
          <a:p>
            <a:pPr>
              <a:spcBef>
                <a:spcPts val="1200"/>
              </a:spcBef>
            </a:pPr>
            <a:r>
              <a:rPr lang="en-GB" sz="2500" b="1" dirty="0"/>
              <a:t>Simply participate, win a code, and enjoy your new skin in your favourite game.</a:t>
            </a:r>
          </a:p>
          <a:p>
            <a:pPr>
              <a:spcBef>
                <a:spcPts val="1200"/>
              </a:spcBef>
            </a:pPr>
            <a:endParaRPr lang="en-GB" sz="2500" dirty="0"/>
          </a:p>
          <a:p>
            <a:pPr>
              <a:spcBef>
                <a:spcPts val="1200"/>
              </a:spcBef>
            </a:pPr>
            <a:r>
              <a:rPr lang="en-GB" sz="2500" dirty="0"/>
              <a:t>Example of how it works:</a:t>
            </a:r>
          </a:p>
          <a:p>
            <a:pPr>
              <a:spcBef>
                <a:spcPts val="1200"/>
              </a:spcBef>
            </a:pPr>
            <a:r>
              <a:rPr lang="en-GB" sz="2500" dirty="0"/>
              <a:t>If a player wins an e-scratch card, they receive a code that unlocks a unique skin for Counter Strike or another game.</a:t>
            </a:r>
          </a:p>
          <a:p>
            <a:pPr>
              <a:spcBef>
                <a:spcPts val="1200"/>
              </a:spcBef>
            </a:pPr>
            <a:endParaRPr lang="en-GB" sz="2500" dirty="0"/>
          </a:p>
        </p:txBody>
      </p:sp>
    </p:spTree>
    <p:extLst>
      <p:ext uri="{BB962C8B-B14F-4D97-AF65-F5344CB8AC3E}">
        <p14:creationId xmlns:p14="http://schemas.microsoft.com/office/powerpoint/2010/main" val="28616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94C87B-0843-E3F6-1C2A-A64C778D3C53}"/>
              </a:ext>
            </a:extLst>
          </p:cNvPr>
          <p:cNvSpPr/>
          <p:nvPr/>
        </p:nvSpPr>
        <p:spPr>
          <a:xfrm>
            <a:off x="0" y="0"/>
            <a:ext cx="6858000" cy="9981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01B1D-23EF-F404-4120-677E86897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4" y="75690"/>
            <a:ext cx="6400798" cy="922506"/>
          </a:xfrm>
        </p:spPr>
        <p:txBody>
          <a:bodyPr>
            <a:normAutofit/>
          </a:bodyPr>
          <a:lstStyle/>
          <a:p>
            <a:r>
              <a:rPr lang="en-GB" b="1" dirty="0"/>
              <a:t>Team Play with Social Sharing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D9BB9-7BDB-6DCC-7920-DA0C3A614F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83" y="1302966"/>
            <a:ext cx="6400799" cy="9255953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en-GB" sz="2800" i="1" dirty="0"/>
              <a:t>I enjoy social and collaborative gaming. </a:t>
            </a:r>
            <a:br>
              <a:rPr lang="en-GB" sz="2800" i="1" dirty="0"/>
            </a:br>
            <a:r>
              <a:rPr lang="en-GB" sz="2800" i="1" dirty="0"/>
              <a:t>I like to share achievements and significant wins with friends and on social media.</a:t>
            </a:r>
          </a:p>
          <a:p>
            <a:pPr>
              <a:spcBef>
                <a:spcPts val="1200"/>
              </a:spcBef>
            </a:pPr>
            <a:endParaRPr lang="en-GB" sz="2800" i="1" dirty="0"/>
          </a:p>
          <a:p>
            <a:pPr>
              <a:spcBef>
                <a:spcPts val="1200"/>
              </a:spcBef>
            </a:pPr>
            <a:r>
              <a:rPr lang="en-GB" sz="2800" dirty="0"/>
              <a:t>When playing paid online games of chance such as slots, e-scratches, </a:t>
            </a:r>
            <a:r>
              <a:rPr lang="cs-CZ" sz="2800" dirty="0"/>
              <a:t>instant </a:t>
            </a:r>
            <a:r>
              <a:rPr lang="en-GB" sz="2800" dirty="0"/>
              <a:t>win games, the </a:t>
            </a:r>
            <a:r>
              <a:rPr lang="en-GB" sz="2800" b="1" dirty="0"/>
              <a:t>Team Play feature </a:t>
            </a:r>
            <a:r>
              <a:rPr lang="en-GB" sz="2800" dirty="0"/>
              <a:t>will allow players to form teams and play collaboratively.</a:t>
            </a:r>
          </a:p>
          <a:p>
            <a:pPr>
              <a:spcBef>
                <a:spcPts val="1200"/>
              </a:spcBef>
            </a:pPr>
            <a:r>
              <a:rPr lang="en-GB" sz="2800" dirty="0"/>
              <a:t>Each team </a:t>
            </a:r>
            <a:r>
              <a:rPr lang="en-GB" sz="2800" b="1" dirty="0"/>
              <a:t>member contributes </a:t>
            </a:r>
            <a:r>
              <a:rPr lang="en-GB" sz="2800" dirty="0"/>
              <a:t>to the team's collective score, and the </a:t>
            </a:r>
            <a:r>
              <a:rPr lang="en-GB" sz="2800" b="1" dirty="0"/>
              <a:t>winnings are shared</a:t>
            </a:r>
            <a:r>
              <a:rPr lang="en-GB" sz="2800" dirty="0"/>
              <a:t> among the team members. </a:t>
            </a:r>
          </a:p>
          <a:p>
            <a:pPr>
              <a:spcBef>
                <a:spcPts val="1200"/>
              </a:spcBef>
            </a:pPr>
            <a:r>
              <a:rPr lang="en-GB" sz="2800" dirty="0"/>
              <a:t>They can also share their game results, significant wins and achievements on</a:t>
            </a:r>
            <a:r>
              <a:rPr lang="en-GB" sz="2800" b="1" dirty="0"/>
              <a:t> social media </a:t>
            </a:r>
            <a:r>
              <a:rPr lang="en-GB" sz="2800" dirty="0"/>
              <a:t>(WhatsApp, Telegram,  Facebook/Messenger, or Instagram).</a:t>
            </a:r>
          </a:p>
          <a:p>
            <a:pPr>
              <a:spcBef>
                <a:spcPts val="1200"/>
              </a:spcBef>
            </a:pPr>
            <a:r>
              <a:rPr lang="en-GB" sz="2800" b="1" dirty="0"/>
              <a:t>Social sharing and collaborative play fosters a sense of community.</a:t>
            </a:r>
          </a:p>
          <a:p>
            <a:pPr>
              <a:spcBef>
                <a:spcPts val="1200"/>
              </a:spcBef>
            </a:pPr>
            <a:endParaRPr lang="en-GB" sz="2800" dirty="0"/>
          </a:p>
          <a:p>
            <a:pPr>
              <a:spcBef>
                <a:spcPts val="1200"/>
              </a:spcBef>
            </a:pPr>
            <a:r>
              <a:rPr lang="en-GB" sz="2800" dirty="0"/>
              <a:t>Example of how it works:</a:t>
            </a:r>
          </a:p>
          <a:p>
            <a:pPr>
              <a:spcBef>
                <a:spcPts val="1200"/>
              </a:spcBef>
            </a:pPr>
            <a:r>
              <a:rPr lang="en-GB" sz="2800" dirty="0"/>
              <a:t>A team of four players could combine their scores to unlock bigger rewards. </a:t>
            </a:r>
          </a:p>
        </p:txBody>
      </p:sp>
    </p:spTree>
    <p:extLst>
      <p:ext uri="{BB962C8B-B14F-4D97-AF65-F5344CB8AC3E}">
        <p14:creationId xmlns:p14="http://schemas.microsoft.com/office/powerpoint/2010/main" val="483741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302AA7-60C1-1740-BB4B-969175E60CF4}"/>
              </a:ext>
            </a:extLst>
          </p:cNvPr>
          <p:cNvSpPr/>
          <p:nvPr/>
        </p:nvSpPr>
        <p:spPr>
          <a:xfrm>
            <a:off x="0" y="0"/>
            <a:ext cx="6858000" cy="9981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01B1D-23EF-F404-4120-677E86897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4" y="75690"/>
            <a:ext cx="6400798" cy="922506"/>
          </a:xfrm>
        </p:spPr>
        <p:txBody>
          <a:bodyPr>
            <a:normAutofit/>
          </a:bodyPr>
          <a:lstStyle/>
          <a:p>
            <a:r>
              <a:rPr lang="en-GB" b="1" dirty="0"/>
              <a:t>Battle Royale for Jackpot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D9BB9-7BDB-6DCC-7920-DA0C3A614F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83" y="1401288"/>
            <a:ext cx="6400799" cy="9255953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en-GB" sz="2800" i="1" dirty="0"/>
              <a:t>I love </a:t>
            </a:r>
            <a:r>
              <a:rPr lang="en-GB" sz="2800" b="1" i="1" dirty="0"/>
              <a:t>competitive gaming, </a:t>
            </a:r>
            <a:r>
              <a:rPr lang="en-GB" sz="2800" i="1" dirty="0"/>
              <a:t>with the thrill </a:t>
            </a:r>
            <a:br>
              <a:rPr lang="cs-CZ" sz="2800" i="1" dirty="0"/>
            </a:br>
            <a:r>
              <a:rPr lang="en-GB" sz="2800" i="1" dirty="0"/>
              <a:t>of elimination rounds and the pursuit </a:t>
            </a:r>
            <a:br>
              <a:rPr lang="cs-CZ" sz="2800" i="1" dirty="0"/>
            </a:br>
            <a:r>
              <a:rPr lang="en-GB" sz="2800" i="1" dirty="0"/>
              <a:t>of significant rewards. I value recognition and </a:t>
            </a:r>
            <a:br>
              <a:rPr lang="cs-CZ" sz="2800" i="1" dirty="0"/>
            </a:br>
            <a:r>
              <a:rPr lang="en-GB" sz="2800" i="1" dirty="0"/>
              <a:t>in-game rewards for my performance.</a:t>
            </a:r>
          </a:p>
          <a:p>
            <a:pPr>
              <a:spcBef>
                <a:spcPts val="1200"/>
              </a:spcBef>
            </a:pPr>
            <a:endParaRPr lang="en-GB" sz="2800" dirty="0"/>
          </a:p>
          <a:p>
            <a:pPr>
              <a:spcBef>
                <a:spcPts val="1200"/>
              </a:spcBef>
            </a:pPr>
            <a:r>
              <a:rPr lang="en-GB" sz="2800" dirty="0"/>
              <a:t>Battle Royale is a paid game of chance, where players compete in a series of rounds, progressively eliminating each other until only one player remains. The last standing player </a:t>
            </a:r>
            <a:r>
              <a:rPr lang="en-GB" sz="2800" b="1" dirty="0"/>
              <a:t>wins a jackpot. </a:t>
            </a:r>
          </a:p>
          <a:p>
            <a:pPr>
              <a:spcBef>
                <a:spcPts val="1200"/>
              </a:spcBef>
            </a:pPr>
            <a:r>
              <a:rPr lang="en-GB" sz="2800" dirty="0"/>
              <a:t>Other top players receive </a:t>
            </a:r>
            <a:r>
              <a:rPr lang="en-GB" sz="2800" b="1" dirty="0"/>
              <a:t>in-game rewards</a:t>
            </a:r>
            <a:r>
              <a:rPr lang="en-GB" sz="2800" dirty="0"/>
              <a:t> such as achievements and bonuses. </a:t>
            </a:r>
          </a:p>
          <a:p>
            <a:pPr>
              <a:spcBef>
                <a:spcPts val="1200"/>
              </a:spcBef>
            </a:pPr>
            <a:r>
              <a:rPr lang="en-GB" sz="2800" dirty="0"/>
              <a:t>All participants earn </a:t>
            </a:r>
            <a:r>
              <a:rPr lang="en-GB" sz="2800" b="1" dirty="0"/>
              <a:t>loyalty rewards </a:t>
            </a:r>
            <a:r>
              <a:rPr lang="en-GB" sz="2800" dirty="0"/>
              <a:t>redeemable for benefits (free spins, deposit bonuses), or for entries into lottery events.</a:t>
            </a:r>
          </a:p>
          <a:p>
            <a:pPr>
              <a:spcBef>
                <a:spcPts val="1200"/>
              </a:spcBef>
            </a:pPr>
            <a:r>
              <a:rPr lang="en-GB" sz="2800" b="1" dirty="0"/>
              <a:t>The combination of excitement and tangible rewards provides both immediate gratification and long-term benefits. </a:t>
            </a:r>
          </a:p>
          <a:p>
            <a:pPr>
              <a:spcBef>
                <a:spcPts val="1200"/>
              </a:spcBef>
            </a:pPr>
            <a:endParaRPr lang="en-GB" sz="2800" dirty="0"/>
          </a:p>
          <a:p>
            <a:pPr>
              <a:spcBef>
                <a:spcPts val="1200"/>
              </a:spcBef>
            </a:pPr>
            <a:r>
              <a:rPr lang="en-GB" sz="2800" dirty="0"/>
              <a:t>Example of how it works:</a:t>
            </a:r>
          </a:p>
          <a:p>
            <a:pPr>
              <a:spcBef>
                <a:spcPts val="1200"/>
              </a:spcBef>
            </a:pPr>
            <a:r>
              <a:rPr lang="en-GB" sz="2800" dirty="0"/>
              <a:t>In a match of 100 players, the winner gets the jackpot, and the top 10 players receive </a:t>
            </a:r>
            <a:br>
              <a:rPr lang="cs-CZ" sz="2800" dirty="0"/>
            </a:br>
            <a:r>
              <a:rPr lang="en-GB" sz="2800" dirty="0"/>
              <a:t>in-game rewards. All players earn loyalty rewards for their participation.</a:t>
            </a:r>
          </a:p>
          <a:p>
            <a:pPr>
              <a:spcBef>
                <a:spcPts val="1200"/>
              </a:spcBef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679052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4BB137-3A54-8D16-3157-9C1E55E69968}"/>
              </a:ext>
            </a:extLst>
          </p:cNvPr>
          <p:cNvSpPr/>
          <p:nvPr/>
        </p:nvSpPr>
        <p:spPr>
          <a:xfrm>
            <a:off x="0" y="0"/>
            <a:ext cx="6858000" cy="12093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01B1D-23EF-F404-4120-677E86897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4" y="160098"/>
            <a:ext cx="6400798" cy="922506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Multiplayer Game </a:t>
            </a:r>
            <a:br>
              <a:rPr lang="en-GB" b="1" dirty="0"/>
            </a:br>
            <a:r>
              <a:rPr lang="en-GB" b="1" dirty="0"/>
              <a:t>with Shared Winnings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D9BB9-7BDB-6DCC-7920-DA0C3A614F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83" y="1496461"/>
            <a:ext cx="6400799" cy="8973964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en-GB" sz="2800" i="1" dirty="0"/>
              <a:t>I enjoy games that promote </a:t>
            </a:r>
            <a:r>
              <a:rPr lang="en-GB" sz="2800" b="1" i="1" dirty="0"/>
              <a:t>camaraderie and mutual support</a:t>
            </a:r>
            <a:r>
              <a:rPr lang="en-GB" sz="2800" i="1" dirty="0"/>
              <a:t>. I like to share success with my friends and benefit from collective winnings.</a:t>
            </a:r>
          </a:p>
          <a:p>
            <a:pPr>
              <a:spcBef>
                <a:spcPts val="1200"/>
              </a:spcBef>
            </a:pPr>
            <a:endParaRPr lang="en-GB" sz="2800" dirty="0"/>
          </a:p>
          <a:p>
            <a:pPr>
              <a:spcBef>
                <a:spcPts val="1200"/>
              </a:spcBef>
            </a:pPr>
            <a:r>
              <a:rPr lang="en-GB" sz="2800" dirty="0"/>
              <a:t>This is a paid </a:t>
            </a:r>
            <a:r>
              <a:rPr lang="en-GB" sz="2800" b="1" dirty="0"/>
              <a:t>multiplayer game of chance </a:t>
            </a:r>
            <a:r>
              <a:rPr lang="en-GB" sz="2800" dirty="0"/>
              <a:t>designed for friends, who can share their winnings with each other. </a:t>
            </a:r>
          </a:p>
          <a:p>
            <a:pPr>
              <a:spcBef>
                <a:spcPts val="1200"/>
              </a:spcBef>
            </a:pPr>
            <a:r>
              <a:rPr lang="en-GB" sz="2800" dirty="0"/>
              <a:t>If any player of the team wins, the winner keeps 50% of the winnings, while the remaining 50% is </a:t>
            </a:r>
            <a:r>
              <a:rPr lang="en-GB" sz="2800" b="1" dirty="0"/>
              <a:t>proportionally distributed </a:t>
            </a:r>
            <a:r>
              <a:rPr lang="en-GB" sz="2800" dirty="0"/>
              <a:t>among the other team members. </a:t>
            </a:r>
          </a:p>
          <a:p>
            <a:pPr>
              <a:spcBef>
                <a:spcPts val="1200"/>
              </a:spcBef>
            </a:pPr>
            <a:r>
              <a:rPr lang="en-GB" sz="2800" dirty="0"/>
              <a:t>There is also a free-to-play option with points and leaderboards where real prizes and bonuses are distributed.</a:t>
            </a:r>
          </a:p>
          <a:p>
            <a:pPr>
              <a:spcBef>
                <a:spcPts val="1200"/>
              </a:spcBef>
            </a:pPr>
            <a:r>
              <a:rPr lang="en-GB" sz="2800" b="1" dirty="0"/>
              <a:t>Everyone benefits, making the game more enjoyable and rewarding.</a:t>
            </a:r>
          </a:p>
          <a:p>
            <a:pPr>
              <a:spcBef>
                <a:spcPts val="1200"/>
              </a:spcBef>
            </a:pPr>
            <a:endParaRPr lang="en-GB" sz="2800" dirty="0"/>
          </a:p>
          <a:p>
            <a:pPr>
              <a:spcBef>
                <a:spcPts val="1200"/>
              </a:spcBef>
            </a:pPr>
            <a:r>
              <a:rPr lang="en-GB" sz="2800" dirty="0"/>
              <a:t>Example of how it works:</a:t>
            </a:r>
          </a:p>
          <a:p>
            <a:pPr>
              <a:spcBef>
                <a:spcPts val="1200"/>
              </a:spcBef>
            </a:pPr>
            <a:r>
              <a:rPr lang="en-GB" sz="2800" dirty="0"/>
              <a:t>If there are 3 players and one winner, </a:t>
            </a:r>
            <a:br>
              <a:rPr lang="cs-CZ" sz="2800" dirty="0"/>
            </a:br>
            <a:r>
              <a:rPr lang="en-GB" sz="2800" dirty="0"/>
              <a:t>the winning player receives 50% of the winnings, the other two players each receive 25% of the winnings.</a:t>
            </a:r>
          </a:p>
        </p:txBody>
      </p:sp>
    </p:spTree>
    <p:extLst>
      <p:ext uri="{BB962C8B-B14F-4D97-AF65-F5344CB8AC3E}">
        <p14:creationId xmlns:p14="http://schemas.microsoft.com/office/powerpoint/2010/main" val="29322252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4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727</TotalTime>
  <Words>595</Words>
  <Application>Microsoft Office PowerPoint</Application>
  <PresentationFormat>Custom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Exclusive Game Skins</vt:lpstr>
      <vt:lpstr>Team Play with Social Sharing</vt:lpstr>
      <vt:lpstr>Battle Royale for Jackpot  </vt:lpstr>
      <vt:lpstr>Multiplayer Game  with Shared Winnings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Rajsnerová, Jana (KTPRG)</dc:creator>
  <cp:lastModifiedBy>Jana Rajsnerová</cp:lastModifiedBy>
  <cp:revision>35</cp:revision>
  <dcterms:created xsi:type="dcterms:W3CDTF">2022-11-09T07:36:23Z</dcterms:created>
  <dcterms:modified xsi:type="dcterms:W3CDTF">2024-07-16T13:52:18Z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1da7a-79c1-417c-b408-16c0bfe99fca_Enabled">
    <vt:lpwstr>true</vt:lpwstr>
  </property>
  <property fmtid="{D5CDD505-2E9C-101B-9397-08002B2CF9AE}" pid="3" name="MSIP_Label_3741da7a-79c1-417c-b408-16c0bfe99fca_SetDate">
    <vt:lpwstr>2023-03-30T08:52:17Z</vt:lpwstr>
  </property>
  <property fmtid="{D5CDD505-2E9C-101B-9397-08002B2CF9AE}" pid="4" name="MSIP_Label_3741da7a-79c1-417c-b408-16c0bfe99fca_Method">
    <vt:lpwstr>Standard</vt:lpwstr>
  </property>
  <property fmtid="{D5CDD505-2E9C-101B-9397-08002B2CF9AE}" pid="5" name="MSIP_Label_3741da7a-79c1-417c-b408-16c0bfe99fca_Name">
    <vt:lpwstr>Internal Only - Amber</vt:lpwstr>
  </property>
  <property fmtid="{D5CDD505-2E9C-101B-9397-08002B2CF9AE}" pid="6" name="MSIP_Label_3741da7a-79c1-417c-b408-16c0bfe99fca_SiteId">
    <vt:lpwstr>1e355c04-e0a4-42ed-8e2d-7351591f0ef1</vt:lpwstr>
  </property>
  <property fmtid="{D5CDD505-2E9C-101B-9397-08002B2CF9AE}" pid="7" name="MSIP_Label_3741da7a-79c1-417c-b408-16c0bfe99fca_ActionId">
    <vt:lpwstr>5b4cd54c-153d-4cdd-b8e7-de533e844d37</vt:lpwstr>
  </property>
  <property fmtid="{D5CDD505-2E9C-101B-9397-08002B2CF9AE}" pid="8" name="MSIP_Label_3741da7a-79c1-417c-b408-16c0bfe99fca_ContentBits">
    <vt:lpwstr>0</vt:lpwstr>
  </property>
</Properties>
</file>