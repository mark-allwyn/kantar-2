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</p:sldIdLst>
  <p:sldSz cx="6858000" cy="10799763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AA0B3-C98C-4968-A6D7-7FFAA13F98A8}" v="1" dt="2025-12-16T08:44:05.1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27" autoAdjust="0"/>
    <p:restoredTop sz="94660"/>
  </p:normalViewPr>
  <p:slideViewPr>
    <p:cSldViewPr snapToGrid="0">
      <p:cViewPr varScale="1">
        <p:scale>
          <a:sx n="65" d="100"/>
          <a:sy n="65" d="100"/>
        </p:scale>
        <p:origin x="36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6AA5F75A-E3A4-4A2D-99AE-428F36FBC90C}"/>
    <pc:docChg chg="undo custSel modSld">
      <pc:chgData name="Peter Javornický" userId="3b98f8e0-d449-4f6e-b57d-5f9bfb7a5c2c" providerId="ADAL" clId="{6AA5F75A-E3A4-4A2D-99AE-428F36FBC90C}" dt="2025-10-30T10:02:35.357" v="191"/>
      <pc:docMkLst>
        <pc:docMk/>
      </pc:docMkLst>
      <pc:sldChg chg="addSp delSp modSp mod">
        <pc:chgData name="Peter Javornický" userId="3b98f8e0-d449-4f6e-b57d-5f9bfb7a5c2c" providerId="ADAL" clId="{6AA5F75A-E3A4-4A2D-99AE-428F36FBC90C}" dt="2025-10-30T09:53:44.815" v="56" actId="1035"/>
        <pc:sldMkLst>
          <pc:docMk/>
          <pc:sldMk cId="1523422137" sldId="270"/>
        </pc:sldMkLst>
      </pc:sldChg>
      <pc:sldChg chg="addSp delSp modSp mod">
        <pc:chgData name="Peter Javornický" userId="3b98f8e0-d449-4f6e-b57d-5f9bfb7a5c2c" providerId="ADAL" clId="{6AA5F75A-E3A4-4A2D-99AE-428F36FBC90C}" dt="2025-10-30T10:00:24.584" v="185"/>
        <pc:sldMkLst>
          <pc:docMk/>
          <pc:sldMk cId="2657097092" sldId="271"/>
        </pc:sldMkLst>
      </pc:sldChg>
      <pc:sldChg chg="addSp delSp modSp mod">
        <pc:chgData name="Peter Javornický" userId="3b98f8e0-d449-4f6e-b57d-5f9bfb7a5c2c" providerId="ADAL" clId="{6AA5F75A-E3A4-4A2D-99AE-428F36FBC90C}" dt="2025-10-30T10:00:41.493" v="186"/>
        <pc:sldMkLst>
          <pc:docMk/>
          <pc:sldMk cId="4117134501" sldId="272"/>
        </pc:sldMkLst>
      </pc:sldChg>
      <pc:sldChg chg="addSp delSp modSp mod">
        <pc:chgData name="Peter Javornický" userId="3b98f8e0-d449-4f6e-b57d-5f9bfb7a5c2c" providerId="ADAL" clId="{6AA5F75A-E3A4-4A2D-99AE-428F36FBC90C}" dt="2025-10-30T10:00:56.995" v="187"/>
        <pc:sldMkLst>
          <pc:docMk/>
          <pc:sldMk cId="116364638" sldId="273"/>
        </pc:sldMkLst>
      </pc:sldChg>
      <pc:sldChg chg="addSp delSp modSp mod">
        <pc:chgData name="Peter Javornický" userId="3b98f8e0-d449-4f6e-b57d-5f9bfb7a5c2c" providerId="ADAL" clId="{6AA5F75A-E3A4-4A2D-99AE-428F36FBC90C}" dt="2025-10-30T10:01:12.598" v="188"/>
        <pc:sldMkLst>
          <pc:docMk/>
          <pc:sldMk cId="2678950995" sldId="274"/>
        </pc:sldMkLst>
      </pc:sldChg>
      <pc:sldChg chg="addSp delSp modSp mod">
        <pc:chgData name="Peter Javornický" userId="3b98f8e0-d449-4f6e-b57d-5f9bfb7a5c2c" providerId="ADAL" clId="{6AA5F75A-E3A4-4A2D-99AE-428F36FBC90C}" dt="2025-10-30T10:02:02.519" v="189"/>
        <pc:sldMkLst>
          <pc:docMk/>
          <pc:sldMk cId="790849571" sldId="275"/>
        </pc:sldMkLst>
      </pc:sldChg>
      <pc:sldChg chg="addSp delSp modSp mod">
        <pc:chgData name="Peter Javornický" userId="3b98f8e0-d449-4f6e-b57d-5f9bfb7a5c2c" providerId="ADAL" clId="{6AA5F75A-E3A4-4A2D-99AE-428F36FBC90C}" dt="2025-10-30T10:02:20.001" v="190"/>
        <pc:sldMkLst>
          <pc:docMk/>
          <pc:sldMk cId="697953841" sldId="276"/>
        </pc:sldMkLst>
      </pc:sldChg>
      <pc:sldChg chg="addSp delSp modSp mod">
        <pc:chgData name="Peter Javornický" userId="3b98f8e0-d449-4f6e-b57d-5f9bfb7a5c2c" providerId="ADAL" clId="{6AA5F75A-E3A4-4A2D-99AE-428F36FBC90C}" dt="2025-10-30T10:02:35.357" v="191"/>
        <pc:sldMkLst>
          <pc:docMk/>
          <pc:sldMk cId="3012535913" sldId="277"/>
        </pc:sldMkLst>
      </pc:sldChg>
    </pc:docChg>
  </pc:docChgLst>
  <pc:docChgLst>
    <pc:chgData name="Peter Javornický" userId="3b98f8e0-d449-4f6e-b57d-5f9bfb7a5c2c" providerId="ADAL" clId="{88A10E76-C547-4713-B92A-3B48010D5CF0}"/>
    <pc:docChg chg="modSld">
      <pc:chgData name="Peter Javornický" userId="3b98f8e0-d449-4f6e-b57d-5f9bfb7a5c2c" providerId="ADAL" clId="{88A10E76-C547-4713-B92A-3B48010D5CF0}" dt="2025-12-16T08:44:05.187" v="8"/>
      <pc:docMkLst>
        <pc:docMk/>
      </pc:docMkLst>
      <pc:sldChg chg="modSp mod">
        <pc:chgData name="Peter Javornický" userId="3b98f8e0-d449-4f6e-b57d-5f9bfb7a5c2c" providerId="ADAL" clId="{88A10E76-C547-4713-B92A-3B48010D5CF0}" dt="2025-12-16T08:39:58.903" v="0" actId="6549"/>
        <pc:sldMkLst>
          <pc:docMk/>
          <pc:sldMk cId="1523422137" sldId="270"/>
        </pc:sldMkLst>
        <pc:spChg chg="mod">
          <ac:chgData name="Peter Javornický" userId="3b98f8e0-d449-4f6e-b57d-5f9bfb7a5c2c" providerId="ADAL" clId="{88A10E76-C547-4713-B92A-3B48010D5CF0}" dt="2025-12-16T08:39:58.903" v="0" actId="6549"/>
          <ac:spMkLst>
            <pc:docMk/>
            <pc:sldMk cId="1523422137" sldId="270"/>
            <ac:spMk id="5" creationId="{7A818107-9E64-34F9-8020-43F955720550}"/>
          </ac:spMkLst>
        </pc:spChg>
      </pc:sldChg>
      <pc:sldChg chg="modSp mod">
        <pc:chgData name="Peter Javornický" userId="3b98f8e0-d449-4f6e-b57d-5f9bfb7a5c2c" providerId="ADAL" clId="{88A10E76-C547-4713-B92A-3B48010D5CF0}" dt="2025-12-16T08:40:05.547" v="1" actId="6549"/>
        <pc:sldMkLst>
          <pc:docMk/>
          <pc:sldMk cId="2657097092" sldId="271"/>
        </pc:sldMkLst>
        <pc:spChg chg="mod">
          <ac:chgData name="Peter Javornický" userId="3b98f8e0-d449-4f6e-b57d-5f9bfb7a5c2c" providerId="ADAL" clId="{88A10E76-C547-4713-B92A-3B48010D5CF0}" dt="2025-12-16T08:40:05.547" v="1" actId="6549"/>
          <ac:spMkLst>
            <pc:docMk/>
            <pc:sldMk cId="2657097092" sldId="271"/>
            <ac:spMk id="6" creationId="{95FC884F-E8BC-A50D-433F-7F98FFA4DACA}"/>
          </ac:spMkLst>
        </pc:spChg>
      </pc:sldChg>
      <pc:sldChg chg="modSp mod">
        <pc:chgData name="Peter Javornický" userId="3b98f8e0-d449-4f6e-b57d-5f9bfb7a5c2c" providerId="ADAL" clId="{88A10E76-C547-4713-B92A-3B48010D5CF0}" dt="2025-12-16T08:40:10.912" v="2" actId="6549"/>
        <pc:sldMkLst>
          <pc:docMk/>
          <pc:sldMk cId="4117134501" sldId="272"/>
        </pc:sldMkLst>
        <pc:spChg chg="mod">
          <ac:chgData name="Peter Javornický" userId="3b98f8e0-d449-4f6e-b57d-5f9bfb7a5c2c" providerId="ADAL" clId="{88A10E76-C547-4713-B92A-3B48010D5CF0}" dt="2025-12-16T08:40:10.912" v="2" actId="6549"/>
          <ac:spMkLst>
            <pc:docMk/>
            <pc:sldMk cId="4117134501" sldId="272"/>
            <ac:spMk id="6" creationId="{2549A629-5EE6-5C4C-5417-DF725F0CE80C}"/>
          </ac:spMkLst>
        </pc:spChg>
      </pc:sldChg>
      <pc:sldChg chg="modSp mod">
        <pc:chgData name="Peter Javornický" userId="3b98f8e0-d449-4f6e-b57d-5f9bfb7a5c2c" providerId="ADAL" clId="{88A10E76-C547-4713-B92A-3B48010D5CF0}" dt="2025-12-16T08:40:17.984" v="3" actId="20577"/>
        <pc:sldMkLst>
          <pc:docMk/>
          <pc:sldMk cId="116364638" sldId="273"/>
        </pc:sldMkLst>
        <pc:spChg chg="mod">
          <ac:chgData name="Peter Javornický" userId="3b98f8e0-d449-4f6e-b57d-5f9bfb7a5c2c" providerId="ADAL" clId="{88A10E76-C547-4713-B92A-3B48010D5CF0}" dt="2025-12-16T08:40:17.984" v="3" actId="20577"/>
          <ac:spMkLst>
            <pc:docMk/>
            <pc:sldMk cId="116364638" sldId="273"/>
            <ac:spMk id="6" creationId="{5846F193-E2F8-C977-4BB4-6150C10ADA2D}"/>
          </ac:spMkLst>
        </pc:spChg>
      </pc:sldChg>
      <pc:sldChg chg="modSp mod">
        <pc:chgData name="Peter Javornický" userId="3b98f8e0-d449-4f6e-b57d-5f9bfb7a5c2c" providerId="ADAL" clId="{88A10E76-C547-4713-B92A-3B48010D5CF0}" dt="2025-12-16T08:40:22.686" v="4" actId="20577"/>
        <pc:sldMkLst>
          <pc:docMk/>
          <pc:sldMk cId="2678950995" sldId="274"/>
        </pc:sldMkLst>
        <pc:spChg chg="mod">
          <ac:chgData name="Peter Javornický" userId="3b98f8e0-d449-4f6e-b57d-5f9bfb7a5c2c" providerId="ADAL" clId="{88A10E76-C547-4713-B92A-3B48010D5CF0}" dt="2025-12-16T08:40:22.686" v="4" actId="20577"/>
          <ac:spMkLst>
            <pc:docMk/>
            <pc:sldMk cId="2678950995" sldId="274"/>
            <ac:spMk id="8" creationId="{59F2E3D5-E601-CFC5-A1E9-A6A9C611A32E}"/>
          </ac:spMkLst>
        </pc:spChg>
      </pc:sldChg>
      <pc:sldChg chg="modSp mod">
        <pc:chgData name="Peter Javornický" userId="3b98f8e0-d449-4f6e-b57d-5f9bfb7a5c2c" providerId="ADAL" clId="{88A10E76-C547-4713-B92A-3B48010D5CF0}" dt="2025-12-16T08:40:25.988" v="5" actId="20577"/>
        <pc:sldMkLst>
          <pc:docMk/>
          <pc:sldMk cId="790849571" sldId="275"/>
        </pc:sldMkLst>
        <pc:spChg chg="mod">
          <ac:chgData name="Peter Javornický" userId="3b98f8e0-d449-4f6e-b57d-5f9bfb7a5c2c" providerId="ADAL" clId="{88A10E76-C547-4713-B92A-3B48010D5CF0}" dt="2025-12-16T08:40:25.988" v="5" actId="20577"/>
          <ac:spMkLst>
            <pc:docMk/>
            <pc:sldMk cId="790849571" sldId="275"/>
            <ac:spMk id="8" creationId="{1CAD5C1B-5570-030F-32D9-29D4CE87EA6A}"/>
          </ac:spMkLst>
        </pc:spChg>
      </pc:sldChg>
      <pc:sldChg chg="addSp modSp mod">
        <pc:chgData name="Peter Javornický" userId="3b98f8e0-d449-4f6e-b57d-5f9bfb7a5c2c" providerId="ADAL" clId="{88A10E76-C547-4713-B92A-3B48010D5CF0}" dt="2025-12-16T08:44:05.187" v="8"/>
        <pc:sldMkLst>
          <pc:docMk/>
          <pc:sldMk cId="697953841" sldId="276"/>
        </pc:sldMkLst>
        <pc:spChg chg="add mod">
          <ac:chgData name="Peter Javornický" userId="3b98f8e0-d449-4f6e-b57d-5f9bfb7a5c2c" providerId="ADAL" clId="{88A10E76-C547-4713-B92A-3B48010D5CF0}" dt="2025-12-16T08:44:05.187" v="8"/>
          <ac:spMkLst>
            <pc:docMk/>
            <pc:sldMk cId="697953841" sldId="276"/>
            <ac:spMk id="4" creationId="{8A1F710F-7C0E-CC73-8AB8-2EE206E2708F}"/>
          </ac:spMkLst>
        </pc:spChg>
        <pc:spChg chg="mod">
          <ac:chgData name="Peter Javornický" userId="3b98f8e0-d449-4f6e-b57d-5f9bfb7a5c2c" providerId="ADAL" clId="{88A10E76-C547-4713-B92A-3B48010D5CF0}" dt="2025-12-16T08:40:31.294" v="6" actId="20577"/>
          <ac:spMkLst>
            <pc:docMk/>
            <pc:sldMk cId="697953841" sldId="276"/>
            <ac:spMk id="5" creationId="{A0A5B53F-61D5-3315-A3BE-552CF3A0ECEC}"/>
          </ac:spMkLst>
        </pc:spChg>
      </pc:sldChg>
      <pc:sldChg chg="modSp mod">
        <pc:chgData name="Peter Javornický" userId="3b98f8e0-d449-4f6e-b57d-5f9bfb7a5c2c" providerId="ADAL" clId="{88A10E76-C547-4713-B92A-3B48010D5CF0}" dt="2025-12-16T08:40:34.647" v="7" actId="20577"/>
        <pc:sldMkLst>
          <pc:docMk/>
          <pc:sldMk cId="3012535913" sldId="277"/>
        </pc:sldMkLst>
        <pc:spChg chg="mod">
          <ac:chgData name="Peter Javornický" userId="3b98f8e0-d449-4f6e-b57d-5f9bfb7a5c2c" providerId="ADAL" clId="{88A10E76-C547-4713-B92A-3B48010D5CF0}" dt="2025-12-16T08:40:34.647" v="7" actId="20577"/>
          <ac:spMkLst>
            <pc:docMk/>
            <pc:sldMk cId="3012535913" sldId="277"/>
            <ac:spMk id="4" creationId="{475CF02C-1102-5C87-A833-086AFFA4D2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F10F7-B6C5-4722-8A86-628EEC0363DA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49513" y="1143000"/>
            <a:ext cx="1958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F3203-849B-4784-BD5D-A210CDCB2B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742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Christmas AR Message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495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94E0F-0BC9-970D-7737-AF90F5C96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65663-095D-E931-85FD-6E48B3D23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8684C-7615-B9F8-893D-916B9A635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effectLst/>
              </a:rPr>
              <a:t>Elf Yourself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BDCCD-CFB1-58A8-3E4C-A08077C21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24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D5329-4541-42A3-2908-8CC6B0325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CFFE9F-4416-2FF7-DB0B-FDA088985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ADEEA-C1A1-3EF4-9872-C6C0967D5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effectLst/>
              </a:rPr>
              <a:t>AR Christmas Mini Game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BFCED-CFBE-F058-5767-62E0AEE0F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62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033B-6D30-624D-09FF-B8F6AA860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2E0A1-72CE-EB7D-2BF2-856FAFFBD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68D0A-0450-B6CA-EAE0-911432157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Christmas </a:t>
            </a:r>
            <a:r>
              <a:rPr lang="cs-CZ" dirty="0">
                <a:effectLst/>
              </a:rPr>
              <a:t>Lip Sync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BDE20-7355-19D4-D20F-B0B66D311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4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7DB8-52F6-FA3C-92A3-D46F2686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3B4BF-3A9B-118F-3280-324E7B4F0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ACCA1-223E-6282-F45E-3F767EF5C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effectLst/>
              </a:rPr>
              <a:t>Christmas Duet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FEB05-8337-747E-71F1-D024185C7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7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FCEC3-8BB3-C05E-854A-7F988372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6CCFA-1A66-5A59-8B7B-0D05581E9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F5D4D-6D12-C8DF-E852-820746171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effectLst/>
              </a:rPr>
              <a:t>Christmas Cake Suprise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E1D55-87BA-EFE1-E878-BA08A84D9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20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826F1-8EDC-9D06-0805-12384859E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C3221-D2CF-C411-7C17-2BEEB8600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A35BD-A72D-9105-8BCF-F391BB7B0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Birthday Message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D270E-F3D0-B1EB-48FE-EFF708523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2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B3B23-A024-15BF-27DF-AF46D9D9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B05ED-B8EB-F48A-2B46-AEABB96CC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714BD-2847-43E5-AE9D-9E3381C43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Valentine Message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8CF1B-EFB1-620D-0ABB-966557AAE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96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3BE9-9922-5FC6-B345-324C4730E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3" y="638321"/>
            <a:ext cx="6351105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Představte si, že právě byla uvedena na trh nová </a:t>
            </a:r>
            <a:r>
              <a:rPr lang="cs-CZ" sz="2800" b="1" u="sng" dirty="0"/>
              <a:t>personalizovaná video </a:t>
            </a:r>
            <a:r>
              <a:rPr lang="cs-CZ" sz="2800" dirty="0"/>
              <a:t>stírací karta!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08380-EBBD-4C06-2DA1-D8241EF551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972702"/>
            <a:ext cx="6500191" cy="684259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cs-CZ" sz="2300" dirty="0"/>
              <a:t>🎁 </a:t>
            </a:r>
            <a:r>
              <a:rPr lang="cs-CZ" sz="2300" dirty="0">
                <a:effectLst/>
              </a:rPr>
              <a:t>Tento vánoční dárkový stírací los </a:t>
            </a:r>
            <a:r>
              <a:rPr lang="en-GB" sz="2300" dirty="0">
                <a:effectLst/>
              </a:rPr>
              <a:t>se prod</a:t>
            </a:r>
            <a:r>
              <a:rPr lang="sk-SK" sz="2300" dirty="0">
                <a:effectLst/>
              </a:rPr>
              <a:t>ává za </a:t>
            </a:r>
            <a:r>
              <a:rPr lang="cs-CZ" sz="2300" dirty="0">
                <a:effectLst/>
              </a:rPr>
              <a:t>250 Kč a pro obdarovaného zaručuje výhru. Je ideální jako dárek pod stromeček</a:t>
            </a:r>
            <a:r>
              <a:rPr lang="cs-CZ" sz="2300" dirty="0"/>
              <a:t>.</a:t>
            </a:r>
          </a:p>
          <a:p>
            <a:pPr>
              <a:spcBef>
                <a:spcPts val="600"/>
              </a:spcBef>
              <a:buNone/>
            </a:pPr>
            <a:r>
              <a:rPr lang="cs-CZ" sz="2300" dirty="0">
                <a:effectLst/>
              </a:rPr>
              <a:t>Na přední straně losu je umístěn QR kód, který lze naskenovat telefonem. Po naskenování můžete nahrát krátké video, ve kterém popřejete obdarovanému šťastné a veselé Vánoce. </a:t>
            </a:r>
            <a:br>
              <a:rPr lang="cs-CZ" sz="2300" dirty="0">
                <a:effectLst/>
              </a:rPr>
            </a:br>
            <a:r>
              <a:rPr lang="cs-CZ" sz="2300" dirty="0">
                <a:effectLst/>
              </a:rPr>
              <a:t>Po natočení se na video automaticky přidá vánoční filtr s tematickým designem</a:t>
            </a:r>
            <a:endParaRPr lang="cs-CZ" sz="2300" dirty="0"/>
          </a:p>
          <a:p>
            <a:pPr>
              <a:spcBef>
                <a:spcPts val="600"/>
              </a:spcBef>
              <a:buNone/>
            </a:pPr>
            <a:r>
              <a:rPr lang="cs-CZ" sz="2300" dirty="0"/>
              <a:t>🎄 </a:t>
            </a:r>
            <a:r>
              <a:rPr lang="cs-CZ" sz="2300" dirty="0">
                <a:effectLst/>
              </a:rPr>
              <a:t>Ten, komu los darujete, si ho může setřít, zjistit svou výhru a naskenovat QR kód. Vaše osobní přání se mu zobrazí přímo nad losem, oživené pomocí rozšířené reality a zábavných digitálních prvků</a:t>
            </a:r>
            <a:r>
              <a:rPr lang="cs-CZ" sz="2300" dirty="0"/>
              <a:t>.</a:t>
            </a:r>
          </a:p>
          <a:p>
            <a:pPr>
              <a:spcBef>
                <a:spcPts val="600"/>
              </a:spcBef>
            </a:pPr>
            <a:r>
              <a:rPr lang="cs-CZ" sz="2300" dirty="0"/>
              <a:t>🛒 T</a:t>
            </a:r>
            <a:r>
              <a:rPr lang="cs-CZ" sz="2300" dirty="0">
                <a:effectLst/>
              </a:rPr>
              <a:t>ento los by byl dostupný na všech prodejních místech, kde se prodávají stírací losy, nebo online na příslušných webových stránkách a v aplikacích.</a:t>
            </a:r>
            <a:endParaRPr lang="cs-CZ" sz="2300" dirty="0"/>
          </a:p>
          <a:p>
            <a:pPr>
              <a:spcBef>
                <a:spcPts val="600"/>
              </a:spcBef>
            </a:pPr>
            <a:endParaRPr lang="cs-CZ" sz="2300" dirty="0"/>
          </a:p>
        </p:txBody>
      </p:sp>
      <p:pic>
        <p:nvPicPr>
          <p:cNvPr id="9" name="Picture 8" descr="A hand holding a cell phone with a picture of a family&#10;&#10;AI-generated content may be incorrect.">
            <a:extLst>
              <a:ext uri="{FF2B5EF4-FFF2-40B4-BE49-F238E27FC236}">
                <a16:creationId xmlns:a16="http://schemas.microsoft.com/office/drawing/2014/main" id="{161D5C73-4955-21AD-7364-C934BE3A5C7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8336" y="8122115"/>
            <a:ext cx="2203283" cy="2684771"/>
          </a:xfrm>
          <a:prstGeom prst="rect">
            <a:avLst/>
          </a:prstGeom>
        </p:spPr>
      </p:pic>
      <p:pic>
        <p:nvPicPr>
          <p:cNvPr id="11" name="Picture 10" descr="A christmas card on a table&#10;&#10;AI-generated content may be incorrect.">
            <a:extLst>
              <a:ext uri="{FF2B5EF4-FFF2-40B4-BE49-F238E27FC236}">
                <a16:creationId xmlns:a16="http://schemas.microsoft.com/office/drawing/2014/main" id="{193FABA1-6ABF-1D88-A175-C8F305BF983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0258" y="8122116"/>
            <a:ext cx="2150865" cy="2672177"/>
          </a:xfrm>
          <a:prstGeom prst="rect">
            <a:avLst/>
          </a:prstGeom>
        </p:spPr>
      </p:pic>
      <p:pic>
        <p:nvPicPr>
          <p:cNvPr id="13" name="Picture 12" descr="A hand holding a phone with a screen showing a christmas tree&#10;&#10;AI-generated content may be incorrect.">
            <a:extLst>
              <a:ext uri="{FF2B5EF4-FFF2-40B4-BE49-F238E27FC236}">
                <a16:creationId xmlns:a16="http://schemas.microsoft.com/office/drawing/2014/main" id="{8A2666C6-5073-7B79-56AC-1EA5FDE7D70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9024" y="8122116"/>
            <a:ext cx="2390895" cy="26721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818107-9E64-34F9-8020-43F955720550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 err="1"/>
              <a:t>Christmas</a:t>
            </a:r>
            <a:r>
              <a:rPr lang="cs-CZ" b="1" dirty="0"/>
              <a:t> AR </a:t>
            </a:r>
            <a:r>
              <a:rPr lang="cs-CZ" b="1" dirty="0" err="1"/>
              <a:t>Message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523422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CB145-674B-6AC8-5427-005B7D81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2C3C-3092-3722-47E1-180CEF5B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47" y="553361"/>
            <a:ext cx="6351105" cy="922506"/>
          </a:xfrm>
        </p:spPr>
        <p:txBody>
          <a:bodyPr>
            <a:noAutofit/>
          </a:bodyPr>
          <a:lstStyle/>
          <a:p>
            <a:r>
              <a:rPr lang="cs-CZ" sz="2800" noProof="1"/>
              <a:t>Představte</a:t>
            </a:r>
            <a:r>
              <a:rPr lang="cs-CZ" sz="2800" dirty="0"/>
              <a:t> si, že byla uvedena na trh zábavná nová tematická stírací karta </a:t>
            </a:r>
            <a:br>
              <a:rPr lang="cs-CZ" sz="2800" dirty="0"/>
            </a:br>
            <a:r>
              <a:rPr lang="cs-CZ" sz="2800" dirty="0"/>
              <a:t>s </a:t>
            </a:r>
            <a:r>
              <a:rPr lang="cs-CZ" sz="2800" b="1" u="sng" dirty="0"/>
              <a:t>rozšířenou realitou: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F3B95-B4A4-2936-19BA-CAE3E30D41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801596"/>
            <a:ext cx="6500191" cy="909430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cs-CZ" sz="2200" dirty="0"/>
              <a:t>🎁 </a:t>
            </a:r>
            <a:r>
              <a:rPr lang="cs-CZ" sz="2200" dirty="0">
                <a:effectLst/>
              </a:rPr>
              <a:t>Tento vánoční dárkový stírací los </a:t>
            </a:r>
            <a:r>
              <a:rPr lang="en-GB" sz="2200" dirty="0">
                <a:effectLst/>
              </a:rPr>
              <a:t>se prod</a:t>
            </a:r>
            <a:r>
              <a:rPr lang="sk-SK" sz="2200" dirty="0">
                <a:effectLst/>
              </a:rPr>
              <a:t>ává za </a:t>
            </a:r>
            <a:br>
              <a:rPr lang="en-GB" sz="2200" dirty="0">
                <a:effectLst/>
              </a:rPr>
            </a:br>
            <a:r>
              <a:rPr lang="cs-CZ" sz="2200" dirty="0">
                <a:effectLst/>
              </a:rPr>
              <a:t>250 Kč a pro obdarovaného zaručuje výhru. Je ideální jako dárek pod stromeček</a:t>
            </a:r>
            <a:r>
              <a:rPr lang="cs-CZ" sz="2200" dirty="0"/>
              <a:t>.</a:t>
            </a:r>
          </a:p>
          <a:p>
            <a:pPr>
              <a:spcBef>
                <a:spcPts val="0"/>
              </a:spcBef>
              <a:buNone/>
            </a:pPr>
            <a:endParaRPr lang="cs-CZ" sz="2200" dirty="0"/>
          </a:p>
          <a:p>
            <a:pPr>
              <a:spcBef>
                <a:spcPts val="0"/>
              </a:spcBef>
              <a:buNone/>
            </a:pPr>
            <a:r>
              <a:rPr lang="cs-CZ" sz="2200" dirty="0">
                <a:effectLst/>
              </a:rPr>
              <a:t>Na přední straně losu je QR kód. </a:t>
            </a:r>
            <a:br>
              <a:rPr lang="cs-CZ" sz="2200" dirty="0">
                <a:effectLst/>
              </a:rPr>
            </a:br>
            <a:r>
              <a:rPr lang="cs-CZ" sz="2200" dirty="0">
                <a:effectLst/>
              </a:rPr>
              <a:t>Po jeho naskenování můžete napsat krátké vánoční přání pro osobu, které los věnujete. </a:t>
            </a:r>
            <a:br>
              <a:rPr lang="cs-CZ" sz="2200" dirty="0">
                <a:effectLst/>
              </a:rPr>
            </a:br>
            <a:r>
              <a:rPr lang="cs-CZ" sz="2200" dirty="0">
                <a:effectLst/>
              </a:rPr>
              <a:t>Následně můžete nahrát fotografii nebo si pořídit selfie, které se promítne na tělíčka tancujících elfů – vznikne tak zábavné personalizované vánoční video </a:t>
            </a:r>
            <a:br>
              <a:rPr lang="cs-CZ" sz="2200" dirty="0">
                <a:effectLst/>
              </a:rPr>
            </a:br>
            <a:r>
              <a:rPr lang="cs-CZ" sz="2200" dirty="0">
                <a:effectLst/>
              </a:rPr>
              <a:t>s hudbou ve stylu populárního trendu „Elf </a:t>
            </a:r>
            <a:r>
              <a:rPr lang="cs-CZ" sz="2200" dirty="0" err="1">
                <a:effectLst/>
              </a:rPr>
              <a:t>Yourself</a:t>
            </a:r>
            <a:r>
              <a:rPr lang="cs-CZ" sz="2200" dirty="0">
                <a:effectLst/>
              </a:rPr>
              <a:t>“</a:t>
            </a:r>
            <a:r>
              <a:rPr lang="cs-CZ" sz="2200" dirty="0"/>
              <a:t>.</a:t>
            </a:r>
          </a:p>
          <a:p>
            <a:pPr>
              <a:spcBef>
                <a:spcPts val="0"/>
              </a:spcBef>
              <a:buNone/>
            </a:pPr>
            <a:endParaRPr lang="cs-CZ" sz="2200" dirty="0"/>
          </a:p>
          <a:p>
            <a:pPr>
              <a:spcBef>
                <a:spcPts val="0"/>
              </a:spcBef>
              <a:buNone/>
            </a:pPr>
            <a:r>
              <a:rPr lang="cs-CZ" sz="2200" dirty="0"/>
              <a:t>🎄</a:t>
            </a:r>
            <a:r>
              <a:rPr lang="cs-CZ" sz="2200" dirty="0">
                <a:effectLst/>
              </a:rPr>
              <a:t>Po předání losu si obdarovaný může setřít los, odhalit svou výhru a po naskenování QR kódu se mu zobrazí vaše osobní vánoční přání, které se následně změní v zábavné video s tancujícími elfy</a:t>
            </a:r>
            <a:r>
              <a:rPr lang="cs-CZ" sz="2200" dirty="0"/>
              <a:t>.</a:t>
            </a:r>
          </a:p>
          <a:p>
            <a:pPr>
              <a:spcBef>
                <a:spcPts val="0"/>
              </a:spcBef>
            </a:pPr>
            <a:endParaRPr lang="cs-CZ" sz="2200" dirty="0"/>
          </a:p>
          <a:p>
            <a:pPr>
              <a:spcBef>
                <a:spcPts val="0"/>
              </a:spcBef>
            </a:pPr>
            <a:r>
              <a:rPr lang="cs-CZ" sz="2200" dirty="0"/>
              <a:t>🛒 </a:t>
            </a:r>
            <a:r>
              <a:rPr lang="cs-CZ" sz="2200" dirty="0">
                <a:effectLst/>
              </a:rPr>
              <a:t>Tento los by byl dostupný na všech prodejních místech, kde se prodávají stírací losy, nebo online na příslušných webových stránkách a v aplikacích</a:t>
            </a:r>
            <a:r>
              <a:rPr lang="cs-CZ" sz="2200" dirty="0"/>
              <a:t>.</a:t>
            </a:r>
          </a:p>
          <a:p>
            <a:pPr>
              <a:spcBef>
                <a:spcPts val="0"/>
              </a:spcBef>
            </a:pPr>
            <a:endParaRPr lang="cs-CZ" sz="2200" dirty="0"/>
          </a:p>
        </p:txBody>
      </p:sp>
      <p:pic>
        <p:nvPicPr>
          <p:cNvPr id="5" name="Picture 4" descr="A hand holding a phone&#10;&#10;AI-generated content may be incorrect.">
            <a:extLst>
              <a:ext uri="{FF2B5EF4-FFF2-40B4-BE49-F238E27FC236}">
                <a16:creationId xmlns:a16="http://schemas.microsoft.com/office/drawing/2014/main" id="{8240E02F-3EA3-6BA5-99B9-A365142E73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6785" y="8228317"/>
            <a:ext cx="2084114" cy="2571445"/>
          </a:xfrm>
          <a:prstGeom prst="rect">
            <a:avLst/>
          </a:prstGeom>
        </p:spPr>
      </p:pic>
      <p:pic>
        <p:nvPicPr>
          <p:cNvPr id="7" name="Picture 6" descr="A hand holding a cell phone with a cartoon character on the screen&#10;&#10;AI-generated content may be incorrect.">
            <a:extLst>
              <a:ext uri="{FF2B5EF4-FFF2-40B4-BE49-F238E27FC236}">
                <a16:creationId xmlns:a16="http://schemas.microsoft.com/office/drawing/2014/main" id="{69F7224C-7216-1558-A249-B4C54A593C6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7441" y="8228317"/>
            <a:ext cx="2158178" cy="2571446"/>
          </a:xfrm>
          <a:prstGeom prst="rect">
            <a:avLst/>
          </a:prstGeom>
        </p:spPr>
      </p:pic>
      <p:pic>
        <p:nvPicPr>
          <p:cNvPr id="9" name="Picture 8" descr="A hand holding a phone with a screen showing a christmas tree&#10;&#10;AI-generated content may be incorrect.">
            <a:extLst>
              <a:ext uri="{FF2B5EF4-FFF2-40B4-BE49-F238E27FC236}">
                <a16:creationId xmlns:a16="http://schemas.microsoft.com/office/drawing/2014/main" id="{81A4E02E-3921-4DF8-EF77-1CD27EA761C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77" y="8228319"/>
            <a:ext cx="2300765" cy="25714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FC884F-E8BC-A50D-433F-7F98FFA4DACA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/>
              <a:t>Elf </a:t>
            </a:r>
            <a:r>
              <a:rPr lang="cs-CZ" b="1" dirty="0" err="1"/>
              <a:t>Yourself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657097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3309A-B641-018D-7975-7C7061CD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BA029-F31B-DD6C-CA72-33408696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47" y="444176"/>
            <a:ext cx="6351105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Představte si, že na svém stíracím losu můžete hrát novou </a:t>
            </a:r>
            <a:r>
              <a:rPr lang="cs-CZ" sz="2800" b="1" u="sng" dirty="0"/>
              <a:t>AR minihru </a:t>
            </a:r>
            <a:r>
              <a:rPr lang="cs-CZ" sz="2800" b="1" u="sng" noProof="0" dirty="0"/>
              <a:t>:</a:t>
            </a:r>
            <a:endParaRPr lang="cs-CZ" sz="2800" b="1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5FDD3-6C55-0DAD-2A43-202A38AF04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515493"/>
            <a:ext cx="6500191" cy="925595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cs-CZ" sz="2200" dirty="0"/>
              <a:t>🎁 </a:t>
            </a:r>
            <a:r>
              <a:rPr lang="cs-CZ" sz="2200" dirty="0">
                <a:effectLst/>
              </a:rPr>
              <a:t>Tento vánoční dárkový stírací los </a:t>
            </a:r>
            <a:r>
              <a:rPr lang="en-GB" sz="2200" dirty="0">
                <a:effectLst/>
              </a:rPr>
              <a:t>se prod</a:t>
            </a:r>
            <a:r>
              <a:rPr lang="sk-SK" sz="2200" dirty="0">
                <a:effectLst/>
              </a:rPr>
              <a:t>ává za </a:t>
            </a:r>
            <a:br>
              <a:rPr lang="en-GB" sz="2200" dirty="0">
                <a:effectLst/>
              </a:rPr>
            </a:br>
            <a:r>
              <a:rPr lang="cs-CZ" sz="2200" dirty="0">
                <a:effectLst/>
              </a:rPr>
              <a:t>250 Kč a pro obdarovaného zaručuje výhru. Je ideální jako dárek pod stromeček</a:t>
            </a:r>
            <a:r>
              <a:rPr lang="cs-CZ" sz="2200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200" dirty="0"/>
              <a:t>Na přední straně stíracího losu je QR kód. </a:t>
            </a:r>
            <a:br>
              <a:rPr lang="cs-CZ" sz="2200" dirty="0"/>
            </a:br>
            <a:r>
              <a:rPr lang="cs-CZ" sz="2200" dirty="0"/>
              <a:t>Po naskenování kódu můžete napsat krátké vánoční přání pro osobu, které stírací los darujete. </a:t>
            </a:r>
            <a:br>
              <a:rPr lang="cs-CZ" sz="2200" dirty="0"/>
            </a:br>
            <a:r>
              <a:rPr lang="cs-CZ" sz="2200" dirty="0"/>
              <a:t>Následně můžete nahrát fotografii nebo selfie.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200" dirty="0"/>
              <a:t>🎄 Jakmile je stírací los darován, obdarovaný může </a:t>
            </a:r>
            <a:br>
              <a:rPr lang="cs-CZ" sz="2200" dirty="0"/>
            </a:br>
            <a:r>
              <a:rPr lang="cs-CZ" sz="2200" dirty="0"/>
              <a:t>los setřít, odhalit svou výhru a naskenovat QR kód, </a:t>
            </a:r>
            <a:br>
              <a:rPr lang="cs-CZ" sz="2200" dirty="0"/>
            </a:br>
            <a:r>
              <a:rPr lang="cs-CZ" sz="2200" dirty="0"/>
              <a:t>aby si zahrál další digitální mini hru.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200" dirty="0"/>
              <a:t>Po načtení QR kódu se zobrazí virtuální zimní scéna </a:t>
            </a:r>
            <a:br>
              <a:rPr lang="cs-CZ" sz="2200" dirty="0"/>
            </a:br>
            <a:r>
              <a:rPr lang="cs-CZ" sz="2200" dirty="0"/>
              <a:t>s kopci, sněhovými koulemi a zdmi. Fotografie, kterou jste předtím nahráli, se promění na hravou 3D postavičku, která vykukuje zpoza překážek a hází virtuální sněhové koule. Uživatel může sněhové koule vracet a mířit na postavičku, aby ve hře zvítězil.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cs-CZ" sz="2200" dirty="0"/>
              <a:t>🛒 Tento los by byl dostupný na všech prodejních místech, kde se prodávají stírací losy, nebo online na příslušných webových stránkách a v aplikacích.</a:t>
            </a:r>
          </a:p>
        </p:txBody>
      </p:sp>
      <p:pic>
        <p:nvPicPr>
          <p:cNvPr id="5" name="Picture 4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06F72B6D-3C3A-3CB9-6B55-2F1529DE76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6070" y="8080055"/>
            <a:ext cx="2121007" cy="2719708"/>
          </a:xfrm>
          <a:prstGeom prst="rect">
            <a:avLst/>
          </a:prstGeom>
        </p:spPr>
      </p:pic>
      <p:pic>
        <p:nvPicPr>
          <p:cNvPr id="7" name="Picture 6" descr="A hand holding a phone with a screen showing a person and a snowball fight&#10;&#10;AI-generated content may be incorrect.">
            <a:extLst>
              <a:ext uri="{FF2B5EF4-FFF2-40B4-BE49-F238E27FC236}">
                <a16:creationId xmlns:a16="http://schemas.microsoft.com/office/drawing/2014/main" id="{4605C89C-0DF2-4A0E-CAEE-69009B80E8F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9934" y="8080055"/>
            <a:ext cx="2179649" cy="2713662"/>
          </a:xfrm>
          <a:prstGeom prst="rect">
            <a:avLst/>
          </a:prstGeom>
        </p:spPr>
      </p:pic>
      <p:pic>
        <p:nvPicPr>
          <p:cNvPr id="8" name="Picture 7" descr="A hand holding a phone with a screen showing a christmas tree&#10;&#10;AI-generated content may be incorrect.">
            <a:extLst>
              <a:ext uri="{FF2B5EF4-FFF2-40B4-BE49-F238E27FC236}">
                <a16:creationId xmlns:a16="http://schemas.microsoft.com/office/drawing/2014/main" id="{A184BCD5-2CB9-0D57-8640-2C731CD38F5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0210" y="8080055"/>
            <a:ext cx="2433423" cy="2719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49A629-5EE6-5C4C-5417-DF725F0CE80C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/>
              <a:t>AR </a:t>
            </a:r>
            <a:r>
              <a:rPr lang="cs-CZ" b="1" dirty="0" err="1"/>
              <a:t>Christmas</a:t>
            </a:r>
            <a:r>
              <a:rPr lang="cs-CZ" b="1" dirty="0"/>
              <a:t> Mini Game</a:t>
            </a:r>
          </a:p>
        </p:txBody>
      </p:sp>
    </p:spTree>
    <p:extLst>
      <p:ext uri="{BB962C8B-B14F-4D97-AF65-F5344CB8AC3E}">
        <p14:creationId xmlns:p14="http://schemas.microsoft.com/office/powerpoint/2010/main" val="4117134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A7480-2230-62C5-9B95-13580CEF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6D62-92F5-EBBD-4C0E-50AECE62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85" y="537954"/>
            <a:ext cx="6351105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Představte si, že ke svému stíracímu losu získáte nový zážitek s </a:t>
            </a:r>
            <a:r>
              <a:rPr lang="cs-CZ" sz="2800" b="1" u="sng" dirty="0"/>
              <a:t>lip-</a:t>
            </a:r>
            <a:r>
              <a:rPr lang="cs-CZ" sz="2800" b="1" u="sng" dirty="0" err="1"/>
              <a:t>sync</a:t>
            </a:r>
            <a:r>
              <a:rPr lang="cs-CZ" sz="2800" b="1" u="sng" dirty="0"/>
              <a:t> videem </a:t>
            </a:r>
            <a:r>
              <a:rPr lang="cs-CZ" sz="2800" b="1" u="sng" noProof="0" dirty="0"/>
              <a:t>:</a:t>
            </a:r>
            <a:endParaRPr lang="cs-CZ" sz="2800" b="1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73553-AF49-C849-8FDD-ED3874C9D2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596369"/>
            <a:ext cx="6500191" cy="6665046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cs-CZ" sz="2200" dirty="0"/>
              <a:t>🎁 Tato dárková stírací karta je výherní jistotou!</a:t>
            </a:r>
            <a:br>
              <a:rPr lang="cs-CZ" sz="2200" dirty="0"/>
            </a:br>
            <a:r>
              <a:rPr lang="cs-CZ" sz="2200" dirty="0">
                <a:effectLst/>
              </a:rPr>
              <a:t>Tento vánoční dárkový stírací los </a:t>
            </a:r>
            <a:r>
              <a:rPr lang="en-GB" sz="2200" dirty="0">
                <a:effectLst/>
              </a:rPr>
              <a:t>se prod</a:t>
            </a:r>
            <a:r>
              <a:rPr lang="sk-SK" sz="2200" dirty="0">
                <a:effectLst/>
              </a:rPr>
              <a:t>ává za </a:t>
            </a:r>
            <a:r>
              <a:rPr lang="cs-CZ" sz="2200" dirty="0">
                <a:effectLst/>
              </a:rPr>
              <a:t>250 Kč a pro obdarovaného zaručuje výhru. Je ideální jako dárek pod stromeček</a:t>
            </a:r>
            <a:r>
              <a:rPr lang="cs-CZ" sz="2200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200" dirty="0"/>
              <a:t>Na přední straně stíracího losu je QR kód. </a:t>
            </a:r>
            <a:br>
              <a:rPr lang="cs-CZ" sz="2200" dirty="0"/>
            </a:br>
            <a:r>
              <a:rPr lang="cs-CZ" sz="2200" dirty="0"/>
              <a:t>Po naskenování kódu můžete nahrát rychlé video, </a:t>
            </a:r>
            <a:br>
              <a:rPr lang="cs-CZ" sz="2200" dirty="0"/>
            </a:br>
            <a:r>
              <a:rPr lang="cs-CZ" sz="2200" dirty="0"/>
              <a:t>ve kterém přejete obdarovanému Veselé Vánoce. Můžete si vybrat sváteční filtr a svou oblíbenou vánoční koledu, kterou můžete na videu synchronizovaně zpívat na playback!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200" dirty="0"/>
              <a:t>🎄 Jakmile je stírací los darován, obdarovaný může los setřít, odhalit svou výhru a naskenovat QR kód, aby si přehrál vánoční zprávu. Vánoční video, které jste pro něj natočili, se mu zobrazí s vánočním filtrem. </a:t>
            </a:r>
            <a:br>
              <a:rPr lang="cs-CZ" sz="2200" dirty="0"/>
            </a:br>
            <a:r>
              <a:rPr lang="cs-CZ" sz="2200" dirty="0"/>
              <a:t>Uvidí vás, jak s nadšením na playback zpíváte vánoční píseň, a na spodní části obrazovky budou běžet slova písně, aby se mohl přidat a zazpívat si s vámi.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cs-CZ" sz="2200" dirty="0"/>
              <a:t>🛒 Tento los by byl dostupný na všech prodejních místech, kde se prodávají stírací losy, nebo online na příslušných webových stránkách a v aplikacích.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cs-CZ" sz="2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cs-CZ" sz="2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cs-CZ" sz="2200" dirty="0"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cs-CZ" sz="2200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cs-CZ" sz="2200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cs-CZ" sz="2200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cs-CZ" sz="22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cs-CZ" sz="2200" noProof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cs-CZ" sz="2200" noProof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cs-CZ" sz="2200" noProof="0" dirty="0"/>
          </a:p>
        </p:txBody>
      </p:sp>
      <p:pic>
        <p:nvPicPr>
          <p:cNvPr id="4" name="Picture 3" descr="A christmas card on a table&#10;&#10;AI-generated content may be incorrect.">
            <a:extLst>
              <a:ext uri="{FF2B5EF4-FFF2-40B4-BE49-F238E27FC236}">
                <a16:creationId xmlns:a16="http://schemas.microsoft.com/office/drawing/2014/main" id="{344AC2CA-17AF-B1BD-90A6-9ED61E2F802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201875"/>
            <a:ext cx="2091069" cy="2597888"/>
          </a:xfrm>
          <a:prstGeom prst="rect">
            <a:avLst/>
          </a:prstGeom>
        </p:spPr>
      </p:pic>
      <p:pic>
        <p:nvPicPr>
          <p:cNvPr id="5" name="Picture 4" descr="A hand holding a phone with a screen showing a christmas tree&#10;&#10;AI-generated content may be incorrect.">
            <a:extLst>
              <a:ext uri="{FF2B5EF4-FFF2-40B4-BE49-F238E27FC236}">
                <a16:creationId xmlns:a16="http://schemas.microsoft.com/office/drawing/2014/main" id="{4DFC7FDA-3885-4048-EDD5-F123E0A920B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6722" y="8201875"/>
            <a:ext cx="2324426" cy="2597888"/>
          </a:xfrm>
          <a:prstGeom prst="rect">
            <a:avLst/>
          </a:prstGeom>
        </p:spPr>
      </p:pic>
      <p:pic>
        <p:nvPicPr>
          <p:cNvPr id="7" name="Picture 6" descr="A hand holding a cell phone with a person wearing a santa hat&#10;&#10;AI-generated content may be incorrect.">
            <a:extLst>
              <a:ext uri="{FF2B5EF4-FFF2-40B4-BE49-F238E27FC236}">
                <a16:creationId xmlns:a16="http://schemas.microsoft.com/office/drawing/2014/main" id="{E57FD9A5-0A67-8132-826F-55F93FF77E9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6801" y="8201875"/>
            <a:ext cx="2123005" cy="25978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46F193-E2F8-C977-4BB4-6150C10ADA2D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Christmas Lip Sync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16364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6DDCF-5044-8CEC-630A-7238E835D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83107-7CBE-E30D-8188-6AAEE76B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47" y="647741"/>
            <a:ext cx="6351105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Představte si, že byla uvedena na trh nová stírací karta s </a:t>
            </a:r>
            <a:r>
              <a:rPr lang="cs-CZ" sz="2800" b="1" u="sng" dirty="0"/>
              <a:t>duetovým lip-</a:t>
            </a:r>
            <a:r>
              <a:rPr lang="cs-CZ" sz="2800" b="1" u="sng" dirty="0" err="1"/>
              <a:t>sync</a:t>
            </a:r>
            <a:r>
              <a:rPr lang="cs-CZ" sz="2800" b="1" u="sng" dirty="0"/>
              <a:t> </a:t>
            </a:r>
            <a:r>
              <a:rPr lang="cs-CZ" sz="2800" dirty="0"/>
              <a:t>zážitkem</a:t>
            </a:r>
            <a:r>
              <a:rPr lang="cs-CZ" sz="2800" noProof="0" dirty="0"/>
              <a:t>:</a:t>
            </a:r>
            <a:endParaRPr lang="cs-CZ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A2A6F-3200-5ADF-8480-0888F48E35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711108"/>
            <a:ext cx="6500191" cy="689592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cs-CZ" sz="2200" dirty="0"/>
              <a:t>🎁 </a:t>
            </a:r>
            <a:r>
              <a:rPr lang="cs-CZ" sz="2200" dirty="0">
                <a:effectLst/>
              </a:rPr>
              <a:t>Tento vánoční dárkový stírací los </a:t>
            </a:r>
            <a:r>
              <a:rPr lang="en-GB" sz="2200" dirty="0">
                <a:effectLst/>
              </a:rPr>
              <a:t>se prod</a:t>
            </a:r>
            <a:r>
              <a:rPr lang="sk-SK" sz="2200" dirty="0">
                <a:effectLst/>
              </a:rPr>
              <a:t>ává za </a:t>
            </a:r>
            <a:br>
              <a:rPr lang="en-GB" sz="2200" dirty="0">
                <a:effectLst/>
              </a:rPr>
            </a:br>
            <a:r>
              <a:rPr lang="cs-CZ" sz="2200" dirty="0">
                <a:effectLst/>
              </a:rPr>
              <a:t>250 Kč a pro obdarovaného zaručuje výhru. Je ideální jako dárek pod stromeček</a:t>
            </a:r>
            <a:r>
              <a:rPr lang="cs-CZ" sz="2200" dirty="0"/>
              <a:t>.</a:t>
            </a:r>
          </a:p>
          <a:p>
            <a:pPr>
              <a:spcBef>
                <a:spcPts val="800"/>
              </a:spcBef>
              <a:spcAft>
                <a:spcPts val="600"/>
              </a:spcAft>
              <a:buNone/>
            </a:pPr>
            <a:r>
              <a:rPr lang="cs-CZ" sz="2200" dirty="0"/>
              <a:t>Na přední straně stíracího losu je QR kód. </a:t>
            </a:r>
            <a:br>
              <a:rPr lang="cs-CZ" sz="2200" dirty="0"/>
            </a:br>
            <a:r>
              <a:rPr lang="cs-CZ" sz="2200" dirty="0"/>
              <a:t>Po naskenování kódu můžete nahrát rychlé video, </a:t>
            </a:r>
            <a:br>
              <a:rPr lang="cs-CZ" sz="2200" dirty="0"/>
            </a:br>
            <a:r>
              <a:rPr lang="cs-CZ" sz="2200" dirty="0"/>
              <a:t>ve kterém přejete obdarovanému Veselé Vánoce. Můžete si vybrat sváteční filtr a svou oblíbenou vánoční koledu, kterou můžete na videu synchronizovaně zpívat na playback.</a:t>
            </a:r>
          </a:p>
          <a:p>
            <a:pPr>
              <a:spcBef>
                <a:spcPts val="800"/>
              </a:spcBef>
              <a:spcAft>
                <a:spcPts val="600"/>
              </a:spcAft>
              <a:buNone/>
            </a:pPr>
            <a:r>
              <a:rPr lang="cs-CZ" sz="2200" dirty="0"/>
              <a:t>🎄 Jakmile je stírací los darován, obdarovaný může </a:t>
            </a:r>
            <a:br>
              <a:rPr lang="cs-CZ" sz="2200" dirty="0"/>
            </a:br>
            <a:r>
              <a:rPr lang="cs-CZ" sz="2200" dirty="0"/>
              <a:t>los setřít, odhalit svou výhru a naskenovat QR kód, </a:t>
            </a:r>
            <a:br>
              <a:rPr lang="cs-CZ" sz="2200" dirty="0"/>
            </a:br>
            <a:r>
              <a:rPr lang="cs-CZ" sz="2200" dirty="0"/>
              <a:t>aby si přehrál vánoční zprávu. Vánoční video, které jste pro něj natočili se zobrazí, a on se může nahrát, jak zpívá na playback společně s vámi. </a:t>
            </a:r>
            <a:br>
              <a:rPr lang="cs-CZ" sz="2200" dirty="0"/>
            </a:br>
            <a:r>
              <a:rPr lang="cs-CZ" sz="2200" dirty="0"/>
              <a:t>Finální duet bude poté k dispozici ke sdílení přes aplikace pro zasílání zpráv nebo na sociálních sítích.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lang="cs-CZ" sz="2200" dirty="0"/>
              <a:t>🛒 Tento los by byl dostupný na všech prodejních místech, kde se prodávají stírací losy, nebo online na příslušných webových stránkách a v aplikacích.</a:t>
            </a:r>
          </a:p>
          <a:p>
            <a:pPr marL="0" indent="0" algn="just">
              <a:spcBef>
                <a:spcPts val="800"/>
              </a:spcBef>
              <a:spcAft>
                <a:spcPts val="600"/>
              </a:spcAft>
              <a:buNone/>
            </a:pPr>
            <a:endParaRPr lang="cs-CZ" sz="22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Bef>
                <a:spcPts val="800"/>
              </a:spcBef>
              <a:spcAft>
                <a:spcPts val="600"/>
              </a:spcAft>
              <a:buNone/>
            </a:pPr>
            <a:endParaRPr lang="cs-CZ" sz="2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800"/>
              </a:spcBef>
              <a:spcAft>
                <a:spcPts val="600"/>
              </a:spcAft>
              <a:buNone/>
            </a:pPr>
            <a:endParaRPr lang="cs-CZ" sz="2200" noProof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  <a:spcAft>
                <a:spcPts val="600"/>
              </a:spcAft>
            </a:pPr>
            <a:endParaRPr lang="cs-CZ" sz="2200" noProof="0" dirty="0"/>
          </a:p>
        </p:txBody>
      </p:sp>
      <p:pic>
        <p:nvPicPr>
          <p:cNvPr id="4" name="Picture 3" descr="A christmas card on a table&#10;&#10;AI-generated content may be incorrect.">
            <a:extLst>
              <a:ext uri="{FF2B5EF4-FFF2-40B4-BE49-F238E27FC236}">
                <a16:creationId xmlns:a16="http://schemas.microsoft.com/office/drawing/2014/main" id="{C2AB8986-4C30-7DB4-6CE6-D4E035B3C02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175449"/>
            <a:ext cx="2110864" cy="2622481"/>
          </a:xfrm>
          <a:prstGeom prst="rect">
            <a:avLst/>
          </a:prstGeom>
        </p:spPr>
      </p:pic>
      <p:pic>
        <p:nvPicPr>
          <p:cNvPr id="5" name="Picture 4" descr="A hand holding a phone with a screen showing a christmas tree&#10;&#10;AI-generated content may be incorrect.">
            <a:extLst>
              <a:ext uri="{FF2B5EF4-FFF2-40B4-BE49-F238E27FC236}">
                <a16:creationId xmlns:a16="http://schemas.microsoft.com/office/drawing/2014/main" id="{752F3EC1-3116-776A-A711-7C0F3CBFFAE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3875" y="8175449"/>
            <a:ext cx="2346431" cy="2622481"/>
          </a:xfrm>
          <a:prstGeom prst="rect">
            <a:avLst/>
          </a:prstGeom>
        </p:spPr>
      </p:pic>
      <p:pic>
        <p:nvPicPr>
          <p:cNvPr id="7" name="Picture 6" descr="A hand holding a cell phone with a screen showing a group of men&#10;&#10;AI-generated content may be incorrect.">
            <a:extLst>
              <a:ext uri="{FF2B5EF4-FFF2-40B4-BE49-F238E27FC236}">
                <a16:creationId xmlns:a16="http://schemas.microsoft.com/office/drawing/2014/main" id="{9DEE579A-0A25-13BB-C550-1285E7093C7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3316" y="8177282"/>
            <a:ext cx="1998756" cy="26224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F2E3D5-E601-CFC5-A1E9-A6A9C611A32E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 err="1"/>
              <a:t>Christmas</a:t>
            </a:r>
            <a:r>
              <a:rPr lang="cs-CZ" b="1" dirty="0"/>
              <a:t> Duet</a:t>
            </a:r>
          </a:p>
        </p:txBody>
      </p:sp>
    </p:spTree>
    <p:extLst>
      <p:ext uri="{BB962C8B-B14F-4D97-AF65-F5344CB8AC3E}">
        <p14:creationId xmlns:p14="http://schemas.microsoft.com/office/powerpoint/2010/main" val="267895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70EF2-F025-044C-2CDF-1E8E13F8A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B002-3F5A-39B1-37DD-C3E496E0E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35" y="574001"/>
            <a:ext cx="6351105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Představte si, že ke svému vánočnímu stíracímu losu přidáte </a:t>
            </a:r>
            <a:r>
              <a:rPr lang="cs-CZ" sz="2800" b="1" u="sng" dirty="0"/>
              <a:t>osobní překvapení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448EB-1F88-BAF0-4022-2B1C541766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589241"/>
            <a:ext cx="6500191" cy="654902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cs-CZ" sz="2200" dirty="0"/>
              <a:t>🎁 </a:t>
            </a:r>
            <a:r>
              <a:rPr lang="cs-CZ" sz="2200" dirty="0">
                <a:effectLst/>
              </a:rPr>
              <a:t>Tento vánoční dárkový stírací los </a:t>
            </a:r>
            <a:r>
              <a:rPr lang="en-GB" sz="2200" dirty="0">
                <a:effectLst/>
              </a:rPr>
              <a:t>se prod</a:t>
            </a:r>
            <a:r>
              <a:rPr lang="sk-SK" sz="2200" dirty="0">
                <a:effectLst/>
              </a:rPr>
              <a:t>ává za </a:t>
            </a:r>
            <a:br>
              <a:rPr lang="en-GB" sz="2200" dirty="0">
                <a:effectLst/>
              </a:rPr>
            </a:br>
            <a:r>
              <a:rPr lang="cs-CZ" sz="2200" dirty="0">
                <a:effectLst/>
              </a:rPr>
              <a:t>250 Kč a pro obdarovaného zaručuje výhru. Je ideální jako dárek pod stromeček</a:t>
            </a:r>
            <a:r>
              <a:rPr lang="cs-CZ" sz="2200" dirty="0"/>
              <a:t>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lang="cs-CZ" sz="2200" dirty="0"/>
              <a:t>Na přední straně stíracího losu se nachází QR kód. </a:t>
            </a:r>
            <a:br>
              <a:rPr lang="cs-CZ" sz="2200" dirty="0"/>
            </a:br>
            <a:r>
              <a:rPr lang="cs-CZ" sz="2200" dirty="0"/>
              <a:t>Po naskenování kódu můžete nahrát fotku nebo </a:t>
            </a:r>
            <a:br>
              <a:rPr lang="cs-CZ" sz="2200" dirty="0"/>
            </a:br>
            <a:r>
              <a:rPr lang="cs-CZ" sz="2200" dirty="0"/>
              <a:t>si udělat selfie a vybrat sváteční postavu </a:t>
            </a:r>
            <a:br>
              <a:rPr lang="cs-CZ" sz="2200" dirty="0"/>
            </a:br>
            <a:r>
              <a:rPr lang="cs-CZ" sz="2200" dirty="0"/>
              <a:t>(Santa </a:t>
            </a:r>
            <a:r>
              <a:rPr lang="cs-CZ" sz="2200" dirty="0" err="1"/>
              <a:t>Claus</a:t>
            </a:r>
            <a:r>
              <a:rPr lang="cs-CZ" sz="2200" dirty="0"/>
              <a:t>, elf, sob).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lang="cs-CZ" sz="2200" dirty="0"/>
              <a:t>🎄 Jakmile je stírací los darován, obdarovaný může </a:t>
            </a:r>
            <a:br>
              <a:rPr lang="cs-CZ" sz="2200" dirty="0"/>
            </a:br>
            <a:r>
              <a:rPr lang="cs-CZ" sz="2200" dirty="0"/>
              <a:t>los setřít, odhalit svou výhru a naskenovat QR kód. </a:t>
            </a:r>
            <a:br>
              <a:rPr lang="cs-CZ" sz="2200" dirty="0"/>
            </a:br>
            <a:r>
              <a:rPr lang="cs-CZ" sz="2200" dirty="0"/>
              <a:t>Na obrazovce dostane pokyny k umístění virtuálního dortu pomocí technologie sledování okolí (</a:t>
            </a:r>
            <a:r>
              <a:rPr lang="cs-CZ" sz="2200" dirty="0" err="1"/>
              <a:t>world</a:t>
            </a:r>
            <a:r>
              <a:rPr lang="cs-CZ" sz="2200" dirty="0"/>
              <a:t> </a:t>
            </a:r>
            <a:r>
              <a:rPr lang="cs-CZ" sz="2200" dirty="0" err="1"/>
              <a:t>tracking</a:t>
            </a:r>
            <a:r>
              <a:rPr lang="cs-CZ" sz="2200" dirty="0"/>
              <a:t>). Jakmile se přiblíží, z dortu "vyskočí" jeho přítel převlečený za vánoční postavičku. </a:t>
            </a:r>
            <a:br>
              <a:rPr lang="cs-CZ" sz="2200" dirty="0"/>
            </a:br>
            <a:r>
              <a:rPr lang="cs-CZ" sz="2200" dirty="0"/>
              <a:t>Reakce obdarovaného se mezitím zaznamená a celá scéna se přehraje zpět jako video, které lze sdílet spolu s vánoční zprávou.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lang="cs-CZ" sz="2200" dirty="0"/>
              <a:t>🛒 Tento los by byl dostupný na všech prodejních místech, kde se prodávají stírací losy, nebo online na příslušných webových stránkách a v aplikacích.</a:t>
            </a:r>
          </a:p>
          <a:p>
            <a:pPr marL="0" indent="0" algn="just">
              <a:spcBef>
                <a:spcPts val="800"/>
              </a:spcBef>
              <a:spcAft>
                <a:spcPts val="600"/>
              </a:spcAft>
              <a:buNone/>
            </a:pPr>
            <a:endParaRPr lang="cs-CZ" sz="2200" noProof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800"/>
              </a:spcBef>
              <a:spcAft>
                <a:spcPts val="600"/>
              </a:spcAft>
              <a:buNone/>
            </a:pPr>
            <a:endParaRPr lang="cs-CZ" sz="2200" noProof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  <a:spcAft>
                <a:spcPts val="600"/>
              </a:spcAft>
            </a:pPr>
            <a:endParaRPr lang="cs-CZ" sz="22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C9E067-CC51-E5A1-62BA-A972D364D8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1677" y="8102195"/>
            <a:ext cx="2096896" cy="2697568"/>
          </a:xfrm>
          <a:prstGeom prst="rect">
            <a:avLst/>
          </a:prstGeom>
        </p:spPr>
      </p:pic>
      <p:pic>
        <p:nvPicPr>
          <p:cNvPr id="6" name="Picture 5" descr="A christmas card on a table&#10;&#10;AI-generated content may be incorrect.">
            <a:extLst>
              <a:ext uri="{FF2B5EF4-FFF2-40B4-BE49-F238E27FC236}">
                <a16:creationId xmlns:a16="http://schemas.microsoft.com/office/drawing/2014/main" id="{20BC2BD6-7891-0310-F371-53FF71304C9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2294" y="8102195"/>
            <a:ext cx="2171303" cy="2697568"/>
          </a:xfrm>
          <a:prstGeom prst="rect">
            <a:avLst/>
          </a:prstGeom>
        </p:spPr>
      </p:pic>
      <p:pic>
        <p:nvPicPr>
          <p:cNvPr id="7" name="Picture 6" descr="A hand holding a phone with a screen showing a christmas tree&#10;&#10;AI-generated content may be incorrect.">
            <a:extLst>
              <a:ext uri="{FF2B5EF4-FFF2-40B4-BE49-F238E27FC236}">
                <a16:creationId xmlns:a16="http://schemas.microsoft.com/office/drawing/2014/main" id="{38E2725D-3AD7-73B1-A906-C26E2FB76C4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3536" y="8102194"/>
            <a:ext cx="2413614" cy="26975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AD5C1B-5570-030F-32D9-29D4CE87EA6A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Christmas Cake Suprise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79084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FAAB-956A-78C4-202E-BCA34415C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C3A0-2258-0403-A3BB-1AC8F742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3" y="573999"/>
            <a:ext cx="6500191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Překvapte kamaráda! Přidejte </a:t>
            </a:r>
            <a:br>
              <a:rPr lang="cs-CZ" sz="2800" dirty="0"/>
            </a:br>
            <a:r>
              <a:rPr lang="cs-CZ" sz="2800" dirty="0"/>
              <a:t>k narozeninovému losu </a:t>
            </a:r>
            <a:r>
              <a:rPr lang="cs-CZ" sz="2800" b="1" u="sng" dirty="0"/>
              <a:t>vlastní video přání:</a:t>
            </a:r>
            <a:endParaRPr lang="cs-CZ" sz="2800" b="1" u="sng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9F049-D047-43E1-FCC9-C1A49D3871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701534"/>
            <a:ext cx="6500191" cy="65169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cs-CZ" sz="2300" dirty="0"/>
              <a:t>🎁 </a:t>
            </a:r>
            <a:r>
              <a:rPr lang="cs-CZ" sz="2300" dirty="0">
                <a:effectLst/>
              </a:rPr>
              <a:t>Tento dárkový stírací los </a:t>
            </a:r>
            <a:r>
              <a:rPr lang="en-GB" sz="2300" dirty="0">
                <a:effectLst/>
              </a:rPr>
              <a:t>se prod</a:t>
            </a:r>
            <a:r>
              <a:rPr lang="sk-SK" sz="2300" dirty="0">
                <a:effectLst/>
              </a:rPr>
              <a:t>ává za </a:t>
            </a:r>
            <a:r>
              <a:rPr lang="cs-CZ" sz="2300" dirty="0">
                <a:effectLst/>
              </a:rPr>
              <a:t>250 Kč a pro obdarovaného zaručuje výhru. </a:t>
            </a:r>
          </a:p>
          <a:p>
            <a:pPr>
              <a:buNone/>
            </a:pPr>
            <a:r>
              <a:rPr lang="cs-CZ" sz="2300" dirty="0">
                <a:effectLst/>
              </a:rPr>
              <a:t>Na přední straně stíracího losu se nachází QR kód. </a:t>
            </a:r>
            <a:br>
              <a:rPr lang="cs-CZ" sz="2300" dirty="0">
                <a:effectLst/>
              </a:rPr>
            </a:br>
            <a:r>
              <a:rPr lang="cs-CZ" sz="2300" dirty="0">
                <a:effectLst/>
              </a:rPr>
              <a:t>Po naskenování kódu můžete nahrát zprávu s přáním k narozeninám pro přítele, kterému se chystáte los darovat</a:t>
            </a:r>
            <a:r>
              <a:rPr lang="cs-CZ" sz="2300" dirty="0"/>
              <a:t>.</a:t>
            </a:r>
          </a:p>
          <a:p>
            <a:pPr>
              <a:buNone/>
            </a:pPr>
            <a:endParaRPr lang="cs-CZ" sz="2300" dirty="0"/>
          </a:p>
          <a:p>
            <a:pPr>
              <a:buNone/>
            </a:pPr>
            <a:r>
              <a:rPr lang="cs-CZ" sz="2300" dirty="0"/>
              <a:t>🎉 </a:t>
            </a:r>
            <a:r>
              <a:rPr lang="cs-CZ" sz="2300" dirty="0">
                <a:effectLst/>
              </a:rPr>
              <a:t>Jakmile je stírací los darován, obdarovaný může los setřít, odhalit svou výhru a naskenovat QR kód. Nad stíracím losem se mu pak zobrazí osobní zpráva, kterou jste pro něj nahráli, a díky technologii rozšířeného videa doslova ožije</a:t>
            </a:r>
            <a:r>
              <a:rPr lang="cs-CZ" sz="2300" dirty="0"/>
              <a:t>.</a:t>
            </a:r>
          </a:p>
          <a:p>
            <a:endParaRPr lang="cs-CZ" sz="2300" dirty="0"/>
          </a:p>
          <a:p>
            <a:r>
              <a:rPr lang="cs-CZ" sz="2300" dirty="0"/>
              <a:t>🛒 </a:t>
            </a:r>
            <a:r>
              <a:rPr lang="cs-CZ" sz="2300" dirty="0">
                <a:effectLst/>
              </a:rPr>
              <a:t>Tento los by byl dostupný na všech prodejních místech, kde se prodávají stírací losy, nebo online na příslušných webových stránkách a v aplikacích</a:t>
            </a:r>
            <a:r>
              <a:rPr lang="cs-CZ" sz="2300" dirty="0"/>
              <a:t>.</a:t>
            </a:r>
          </a:p>
          <a:p>
            <a:pPr algn="just"/>
            <a:endParaRPr lang="cs-CZ" sz="2300" dirty="0">
              <a:cs typeface="Times New Roman" panose="02020603050405020304" pitchFamily="18" charset="0"/>
            </a:endParaRPr>
          </a:p>
          <a:p>
            <a:pPr algn="just"/>
            <a:endParaRPr lang="cs-CZ" sz="2300" dirty="0">
              <a:cs typeface="Times New Roman" panose="02020603050405020304" pitchFamily="18" charset="0"/>
            </a:endParaRPr>
          </a:p>
          <a:p>
            <a:pPr algn="just"/>
            <a:endParaRPr lang="cs-CZ" sz="23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cs-CZ" sz="2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cs-CZ" sz="2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cs-CZ" sz="2300" dirty="0"/>
          </a:p>
        </p:txBody>
      </p:sp>
      <p:pic>
        <p:nvPicPr>
          <p:cNvPr id="7" name="Picture 6" descr="A birthday card on a table&#10;&#10;AI-generated content may be incorrect.">
            <a:extLst>
              <a:ext uri="{FF2B5EF4-FFF2-40B4-BE49-F238E27FC236}">
                <a16:creationId xmlns:a16="http://schemas.microsoft.com/office/drawing/2014/main" id="{4E658903-7FFF-2B01-2877-8DED2EC07F9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16806"/>
            <a:ext cx="1729543" cy="2782957"/>
          </a:xfrm>
          <a:prstGeom prst="rect">
            <a:avLst/>
          </a:prstGeom>
        </p:spPr>
      </p:pic>
      <p:pic>
        <p:nvPicPr>
          <p:cNvPr id="9" name="Picture 8" descr="A hand holding a phone&#10;&#10;AI-generated content may be incorrect.">
            <a:extLst>
              <a:ext uri="{FF2B5EF4-FFF2-40B4-BE49-F238E27FC236}">
                <a16:creationId xmlns:a16="http://schemas.microsoft.com/office/drawing/2014/main" id="{477BB094-E9A4-A1E1-E17F-288BDB1F441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7529" y="8016807"/>
            <a:ext cx="2518991" cy="2782956"/>
          </a:xfrm>
          <a:prstGeom prst="rect">
            <a:avLst/>
          </a:prstGeom>
        </p:spPr>
      </p:pic>
      <p:pic>
        <p:nvPicPr>
          <p:cNvPr id="13" name="Picture 12" descr="A hand holding a phone with a picture of a couple in sunglasses&#10;&#10;AI-generated content may be incorrect.">
            <a:extLst>
              <a:ext uri="{FF2B5EF4-FFF2-40B4-BE49-F238E27FC236}">
                <a16:creationId xmlns:a16="http://schemas.microsoft.com/office/drawing/2014/main" id="{622AC646-A781-2279-946A-44A59F002C1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4505" y="8028738"/>
            <a:ext cx="2093495" cy="27710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A5B53F-61D5-3315-A3BE-552CF3A0ECEC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 err="1"/>
              <a:t>Birthday</a:t>
            </a:r>
            <a:r>
              <a:rPr lang="cs-CZ" b="1" dirty="0"/>
              <a:t> </a:t>
            </a:r>
            <a:r>
              <a:rPr lang="cs-CZ" b="1" dirty="0" err="1"/>
              <a:t>Message</a:t>
            </a:r>
            <a:endParaRPr lang="cs-CZ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F710F-7C0E-CC73-8AB8-2EE206E2708F}"/>
              </a:ext>
            </a:extLst>
          </p:cNvPr>
          <p:cNvSpPr txBox="1"/>
          <p:nvPr/>
        </p:nvSpPr>
        <p:spPr>
          <a:xfrm>
            <a:off x="102046" y="15240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Christmas Cake Suprise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69795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573C-FCD3-4B2A-6DA2-8762BA19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3B3F0-558C-C1CC-EB01-9F890EC1A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3" y="588746"/>
            <a:ext cx="6351105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Představte si, že ke stíracímu losu připojíte osobní </a:t>
            </a:r>
            <a:r>
              <a:rPr lang="cs-CZ" sz="2800" b="1" u="sng" dirty="0"/>
              <a:t>digitální valentýnku </a:t>
            </a:r>
            <a:r>
              <a:rPr lang="cs-CZ" sz="2800" dirty="0"/>
              <a:t>plnou lásky.</a:t>
            </a:r>
            <a:endParaRPr lang="cs-CZ" sz="2800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4B5EC-8CE6-A834-82E8-00CB4328E1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812533"/>
            <a:ext cx="6500191" cy="614797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cs-CZ" sz="2300" dirty="0"/>
              <a:t>🎁 </a:t>
            </a:r>
            <a:r>
              <a:rPr lang="cs-CZ" sz="2300" dirty="0">
                <a:effectLst/>
              </a:rPr>
              <a:t>Tento dárkový stírací los </a:t>
            </a:r>
            <a:r>
              <a:rPr lang="en-GB" sz="2300" dirty="0">
                <a:effectLst/>
              </a:rPr>
              <a:t>se prod</a:t>
            </a:r>
            <a:r>
              <a:rPr lang="sk-SK" sz="2300" dirty="0">
                <a:effectLst/>
              </a:rPr>
              <a:t>ává za </a:t>
            </a:r>
            <a:r>
              <a:rPr lang="cs-CZ" sz="2300" dirty="0">
                <a:effectLst/>
              </a:rPr>
              <a:t>250 Kč a pro obdarovaného zaručuje výhru. 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300" dirty="0">
                <a:effectLst/>
              </a:rPr>
              <a:t>Na přední straně stíracího losu se nachází QR kód. </a:t>
            </a:r>
            <a:br>
              <a:rPr lang="cs-CZ" sz="2300" dirty="0">
                <a:effectLst/>
              </a:rPr>
            </a:br>
            <a:r>
              <a:rPr lang="cs-CZ" sz="2300" dirty="0">
                <a:effectLst/>
              </a:rPr>
              <a:t>Po naskenování kódu můžete nahrát zprávu s přáním </a:t>
            </a:r>
            <a:br>
              <a:rPr lang="cs-CZ" sz="2300" dirty="0">
                <a:effectLst/>
              </a:rPr>
            </a:br>
            <a:r>
              <a:rPr lang="cs-CZ" sz="2300" dirty="0">
                <a:effectLst/>
              </a:rPr>
              <a:t>k narozeninám pro přítele, kterému se chystáte los darovat</a:t>
            </a:r>
            <a:r>
              <a:rPr lang="cs-CZ" sz="2300" dirty="0"/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300" dirty="0"/>
              <a:t>🎉 </a:t>
            </a:r>
            <a:r>
              <a:rPr lang="cs-CZ" sz="2300" dirty="0">
                <a:effectLst/>
              </a:rPr>
              <a:t>Jakmile je stírací los darován, obdarovaný může los setřít, odhalit svou výhru a naskenovat QR kód. </a:t>
            </a:r>
            <a:br>
              <a:rPr lang="cs-CZ" sz="2300" dirty="0">
                <a:effectLst/>
              </a:rPr>
            </a:br>
            <a:r>
              <a:rPr lang="cs-CZ" sz="2300" dirty="0">
                <a:effectLst/>
              </a:rPr>
              <a:t>Nad stíracím losem se mu pak zobrazí osobní zpráva, kterou jste pro něj nahráli, a díky technologii rozšířeného videa doslova ožije</a:t>
            </a:r>
            <a:r>
              <a:rPr lang="cs-CZ" sz="2300" dirty="0"/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cs-CZ" sz="2300" dirty="0"/>
              <a:t>🛒 </a:t>
            </a:r>
            <a:r>
              <a:rPr lang="cs-CZ" sz="2300" dirty="0">
                <a:effectLst/>
              </a:rPr>
              <a:t>Tento los by byl dostupný na všech prodejních místech, kde se prodávají stírací losy, nebo online na příslušných webových stránkách a v aplikacích</a:t>
            </a:r>
            <a:r>
              <a:rPr lang="cs-CZ" sz="2300" dirty="0"/>
              <a:t>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br>
              <a:rPr lang="cs-CZ" sz="2300" dirty="0">
                <a:effectLst/>
              </a:rPr>
            </a:br>
            <a:endParaRPr lang="cs-CZ" sz="2300" dirty="0"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cs-CZ" sz="2300" dirty="0"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cs-CZ" sz="2300" dirty="0"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cs-CZ" sz="23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cs-CZ" sz="2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cs-CZ" sz="2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cs-CZ" sz="2300" dirty="0"/>
          </a:p>
        </p:txBody>
      </p:sp>
      <p:pic>
        <p:nvPicPr>
          <p:cNvPr id="5" name="Picture 4" descr="A person taking a picture of a card&#10;&#10;AI-generated content may be incorrect.">
            <a:extLst>
              <a:ext uri="{FF2B5EF4-FFF2-40B4-BE49-F238E27FC236}">
                <a16:creationId xmlns:a16="http://schemas.microsoft.com/office/drawing/2014/main" id="{DBDAE58F-B13B-012A-9403-E77E8839FC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0196" y="8058434"/>
            <a:ext cx="2474035" cy="2741329"/>
          </a:xfrm>
          <a:prstGeom prst="rect">
            <a:avLst/>
          </a:prstGeom>
        </p:spPr>
      </p:pic>
      <p:pic>
        <p:nvPicPr>
          <p:cNvPr id="7" name="Picture 6" descr="A person taking a picture of a person's face on a cellphone&#10;&#10;AI-generated content may be incorrect.">
            <a:extLst>
              <a:ext uri="{FF2B5EF4-FFF2-40B4-BE49-F238E27FC236}">
                <a16:creationId xmlns:a16="http://schemas.microsoft.com/office/drawing/2014/main" id="{B9D0AFEC-CBE8-C87F-7753-926D6221C23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9333" y="8058434"/>
            <a:ext cx="2260121" cy="2741329"/>
          </a:xfrm>
          <a:prstGeom prst="rect">
            <a:avLst/>
          </a:prstGeom>
        </p:spPr>
      </p:pic>
      <p:pic>
        <p:nvPicPr>
          <p:cNvPr id="9" name="Picture 8" descr="A pink card with a pink design on it&#10;&#10;AI-generated content may be incorrect.">
            <a:extLst>
              <a:ext uri="{FF2B5EF4-FFF2-40B4-BE49-F238E27FC236}">
                <a16:creationId xmlns:a16="http://schemas.microsoft.com/office/drawing/2014/main" id="{4110A59E-9C3F-3738-676D-EC7980A5A92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9" y="8058434"/>
            <a:ext cx="1878495" cy="2741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5CF02C-1102-5C87-A833-086AFFA4D2DE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/>
              <a:t>Valentine </a:t>
            </a:r>
            <a:r>
              <a:rPr lang="cs-CZ" b="1" dirty="0" err="1"/>
              <a:t>Message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0125359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8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675</TotalTime>
  <Words>1384</Words>
  <Application>Microsoft Office PowerPoint</Application>
  <PresentationFormat>Custom</PresentationFormat>
  <Paragraphs>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Times New Roman</vt:lpstr>
      <vt:lpstr>Office Theme</vt:lpstr>
      <vt:lpstr>Představte si, že právě byla uvedena na trh nová personalizovaná video stírací karta!</vt:lpstr>
      <vt:lpstr>Představte si, že byla uvedena na trh zábavná nová tematická stírací karta  s rozšířenou realitou:</vt:lpstr>
      <vt:lpstr>Představte si, že na svém stíracím losu můžete hrát novou AR minihru :</vt:lpstr>
      <vt:lpstr>Představte si, že ke svému stíracímu losu získáte nový zážitek s lip-sync videem :</vt:lpstr>
      <vt:lpstr>Představte si, že byla uvedena na trh nová stírací karta s duetovým lip-sync zážitkem:</vt:lpstr>
      <vt:lpstr>Představte si, že ke svému vánočnímu stíracímu losu přidáte osobní překvapení :</vt:lpstr>
      <vt:lpstr>Překvapte kamaráda! Přidejte  k narozeninovému losu vlastní video přání:</vt:lpstr>
      <vt:lpstr>Představte si, že ke stíracímu losu připojíte osobní digitální valentýnku plnou lásky.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34</cp:revision>
  <dcterms:created xsi:type="dcterms:W3CDTF">2022-11-09T07:36:23Z</dcterms:created>
  <dcterms:modified xsi:type="dcterms:W3CDTF">2025-12-16T08:44:14Z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