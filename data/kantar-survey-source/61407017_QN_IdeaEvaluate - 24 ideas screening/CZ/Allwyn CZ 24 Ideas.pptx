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6858000" cy="10799763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32" d="100"/>
          <a:sy n="32" d="100"/>
        </p:scale>
        <p:origin x="251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9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2ED25-C7E5-BC21-316E-00924CD18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Game on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87FE59A-C4ED-ED6D-E94D-CAF6111C9300}"/>
              </a:ext>
            </a:extLst>
          </p:cNvPr>
          <p:cNvSpPr txBox="1">
            <a:spLocks/>
          </p:cNvSpPr>
          <p:nvPr/>
        </p:nvSpPr>
        <p:spPr>
          <a:xfrm>
            <a:off x="0" y="1987828"/>
            <a:ext cx="6858000" cy="7871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Zasoutěž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si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</a:t>
            </a:r>
            <a:br>
              <a:rPr lang="cs-CZ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</a:b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v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náhodných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denních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výzvách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,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buduj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si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streak a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drť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kámoše</a:t>
            </a:r>
            <a:b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</a:b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i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randomáky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Zábava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na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max!</a:t>
            </a:r>
          </a:p>
        </p:txBody>
      </p:sp>
    </p:spTree>
    <p:extLst>
      <p:ext uri="{BB962C8B-B14F-4D97-AF65-F5344CB8AC3E}">
        <p14:creationId xmlns:p14="http://schemas.microsoft.com/office/powerpoint/2010/main" val="156967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409E-BFAD-DF0C-E12F-2B090E6C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5EF83-08A9-3E46-86E9-F916EEDA0F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Pass it On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740476F-A01B-52DB-3A39-7B19D30785D7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7732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Splň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výzvu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pošli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další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kámošovi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Bojuj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s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týmy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reálné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výhry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Bereš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výzvu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?</a:t>
            </a:r>
            <a:r>
              <a:rPr lang="en-GB" sz="6000" dirty="0">
                <a:latin typeface="Aptos Display" panose="020B0004020202020204" pitchFamily="34" charset="0"/>
              </a:rPr>
              <a:t> 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037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236C-EF3D-3113-D1C1-A4B9EDCB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56EE7-C57F-D168-E659-B24B631B17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Trivia Royal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252F269-4E54-EA95-C18F-1265D613C0FC}"/>
              </a:ext>
            </a:extLst>
          </p:cNvPr>
          <p:cNvSpPr txBox="1">
            <a:spLocks/>
          </p:cNvSpPr>
          <p:nvPr/>
        </p:nvSpPr>
        <p:spPr>
          <a:xfrm>
            <a:off x="115956" y="1987828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Kvíz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plný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náhody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dovedností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!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Posílej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dál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drž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streak,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ale bacha: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příliš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skipů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letíš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!</a:t>
            </a:r>
            <a:r>
              <a:rPr lang="en-GB" sz="6000" dirty="0">
                <a:latin typeface="Aptos Display" panose="020B0004020202020204" pitchFamily="34" charset="0"/>
              </a:rPr>
              <a:t> 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9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9658-A406-B242-C8DA-B373268D5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78F2B-AD75-4C2D-15D1-C48A187E5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One Tap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7EAB8C8-FCDC-F140-7BEB-86917CF1FBC9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86 400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vteřin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denně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Klikni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správnou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chvíli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shrábni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masivní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cenu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!</a:t>
            </a:r>
            <a:r>
              <a:rPr lang="en-GB" sz="6000" dirty="0">
                <a:latin typeface="Aptos Display" panose="020B0004020202020204" pitchFamily="34" charset="0"/>
              </a:rPr>
              <a:t> 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10BA-1A0C-FD11-FBB4-79F20DB9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04CD-ECA1-40E0-4234-3F20E19DC0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Scavenger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49C2656-8240-6F98-3B3A-77AF9B63E688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Město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jako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herní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mapa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!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Dej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AR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lov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pokladů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lokálně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globálně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vytvoř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vlastní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hunt!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198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E1723-F784-1CAF-B647-E0ABCC0D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2436D-2B62-B26C-E809-65C50D9F98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Game Vibes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50E1CD0-4876-D069-F770-5C14CDAA3821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Jak to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dneska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cítíš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?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Vyber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typ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hry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m</a:t>
            </a:r>
            <a:r>
              <a:rPr lang="cs-CZ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ji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ušijeme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míru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88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C73C6-8B99-654C-C421-E460F315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7EEF1-73D2-859F-3529-59782FD5E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Someday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E2D67D2-2F31-31D0-4C06-54FEE71AA9EF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Co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kdyby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ses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mohl</a:t>
            </a:r>
            <a:r>
              <a:rPr lang="cs-CZ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/a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stát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člověkem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kterým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jsi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chtěl</a:t>
            </a:r>
            <a:r>
              <a:rPr lang="cs-CZ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/a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vždycky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být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?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Sleduj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jak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AI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promění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sny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v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realitu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761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48080-52F3-844C-9E94-2399063D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2EC2A-15BF-6920-7AB8-D057649881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Dream Vote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36F8F63-168E-748D-6D54-CC0DBF9E8EE1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Sdílej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sny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spoj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se s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ostatními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se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stejnými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sny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podporujte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se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navzájem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hlasuj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čí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sen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má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vyjít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874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0D43F-C52C-54DA-EC2C-4C71C138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16C2F-D8C0-8BED-BE18-FF196A54FB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Dream Match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BFABA00-8C72-A83A-AFA6-0F5725DC9E69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Máš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sen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chceš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ho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naplnit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?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Vytvoř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plán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plň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kroky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my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tvůj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pokrok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odměníme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234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26F64-263C-08D2-11E7-4C06A56C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7BFA1-015D-7767-00BA-73B1337811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Future Treats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BD6DCD-4BA0-4B61-F23A-3EDCC66C6859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Nastav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cíl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 za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každý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splněný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krok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vyzvedni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odměny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od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kafe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po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auta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-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dokaž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svůj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pokrok</a:t>
            </a:r>
            <a:endParaRPr lang="en-GB" sz="6000" b="0" i="0" u="none" strike="noStrike" dirty="0">
              <a:solidFill>
                <a:srgbClr val="000000"/>
              </a:solidFill>
              <a:effectLst/>
              <a:latin typeface="Aptos Display" panose="020B00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splň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sen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! 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04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B462E-958F-746E-6863-E28F7858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B6541-D7E1-00F4-BB07-DCDC1101CF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Shared Win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621DB23-69C2-77EC-0B0F-EB0788207801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Týmový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cíl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společná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výhra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!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Ale bacha: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kotví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jeden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brzdí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všechny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715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6BB0-E1CF-936F-434A-48F4B7043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85E21-33A5-A292-41B3-EC7EB71637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Boost bank 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45F6F86-45EE-B3F2-250D-864D5D8B7B1B}"/>
              </a:ext>
            </a:extLst>
          </p:cNvPr>
          <p:cNvSpPr txBox="1">
            <a:spLocks/>
          </p:cNvSpPr>
          <p:nvPr/>
        </p:nvSpPr>
        <p:spPr>
          <a:xfrm>
            <a:off x="0" y="1331843"/>
            <a:ext cx="6858000" cy="9110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Podpoř splnění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svých snů činy!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Ulož peníze, nech přátele ověřit pokrok,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za splněné cíle odemkni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malé i velké odměny.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161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21E6-03A4-1118-4265-3CE8D13C5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2AE83-69C5-46A7-E45D-7736BB0CCE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Pocket Prophet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D300F79-3A9E-5262-9D90-724C214D40BC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Pošli tam hru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zjisti</a:t>
            </a:r>
            <a:r>
              <a:rPr lang="cs-CZ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</a:t>
            </a: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co tě čeká. Čím víc hraješ,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tím víc se dozvíš.</a:t>
            </a:r>
            <a:r>
              <a:rPr lang="pt-BR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618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E2FC-A497-BEEF-1CE5-E544EA5E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128C-10A0-8389-936F-61C7B44F8C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Lucky Day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64F1369-C4ED-C329-3C8E-20D97FC4F47C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Nepropásni</a:t>
            </a:r>
            <a:r>
              <a:rPr lang="en-GB" sz="6000" dirty="0">
                <a:solidFill>
                  <a:srgbClr val="000000"/>
                </a:solidFill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příležitost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!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Hraj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podle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horoskopu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lokace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osobního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infa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!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498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FE09-099F-BEAE-333B-C0E376C2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0A667-5B82-13E0-7C76-8B6ED23E5C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Cosmic 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Connections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EE488E9-332D-44FC-3A99-9956750AF72F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Najdi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vesmírného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herního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kámoše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plňte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spolu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výzvy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zvěrokruhu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Při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správné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konstelaci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vyhrajte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velké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výhry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!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266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9FBF4-1FAE-6156-87F2-96A1DCB2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DFA62-E049-1F48-0658-B07E3231B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Game for Causes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8397412-D86F-BF0E-9BA7-4FB8D71859AE}"/>
              </a:ext>
            </a:extLst>
          </p:cNvPr>
          <p:cNvSpPr txBox="1">
            <a:spLocks/>
          </p:cNvSpPr>
          <p:nvPr/>
        </p:nvSpPr>
        <p:spPr>
          <a:xfrm>
            <a:off x="119270" y="2325758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Hraješ,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ať vyhráváš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nebo prohráváš, přispíváš na dobrou věc,</a:t>
            </a:r>
            <a:r>
              <a:rPr lang="cs-CZ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kterou si sám</a:t>
            </a:r>
            <a:r>
              <a:rPr lang="cs-CZ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/sama</a:t>
            </a: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zvolíš. Win-win pro všechny.</a:t>
            </a:r>
            <a:r>
              <a:rPr lang="pt-BR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559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561E0-9428-1F34-2AEB-E64630FE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F9C7A-F8D4-1555-F69D-9B18F2036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Karma 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C6B7D6-E4C1-748D-7489-BB33EBA343A3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Pomáhej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sbírej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body.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Každý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dobrý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čin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se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desetkrát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vrátí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ale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hlavně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zvýší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šanci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výhru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189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B3517-4782-B680-8F05-E6B011F9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6C9B0-63C4-2D54-5CD2-8EC14FA44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Group Gains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C9AA39B-2C10-0626-52D1-DE9A0E3E701B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pl-PL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Spoř s partou, odemykej bonusy </a:t>
            </a:r>
            <a:endParaRPr lang="en-GB" sz="6000" b="0" i="0" u="none" strike="noStrike" dirty="0">
              <a:solidFill>
                <a:srgbClr val="000000"/>
              </a:solidFill>
              <a:effectLst/>
              <a:latin typeface="Aptos Display" panose="020B00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pl-PL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udělej si </a:t>
            </a:r>
            <a:endParaRPr lang="en-GB" sz="6000" b="0" i="0" u="none" strike="noStrike" dirty="0">
              <a:solidFill>
                <a:srgbClr val="000000"/>
              </a:solidFill>
              <a:effectLst/>
              <a:latin typeface="Aptos Display" panose="020B00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pl-PL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ze spoření radost!</a:t>
            </a:r>
            <a:r>
              <a:rPr lang="pl-PL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948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3D46-F080-97FB-4F25-58E3C4A3B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BAFFC-5767-356E-4791-88AB968F23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 err="1">
                <a:solidFill>
                  <a:srgbClr val="333333"/>
                </a:solidFill>
                <a:latin typeface="Aptos Display" panose="020B0004020202020204" pitchFamily="34" charset="0"/>
              </a:rPr>
              <a:t>FinSims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0FB7264-B73F-5F25-6C5F-44180079F22C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Investuj nanečisto! Postav si portfolio, sleduj trh a zjisti,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jak to fakt funguje.</a:t>
            </a:r>
            <a:r>
              <a:rPr lang="pt-BR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788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FC13-2D03-670C-E4CE-C51AF252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582F4-E999-5396-573D-059E4BB79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Wealth Pal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E5C9312-F749-2856-8230-69404FA16125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Využij data a AI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 řízení své cesty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za finanční svobodou.</a:t>
            </a:r>
            <a:r>
              <a:rPr lang="pt-BR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803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5B55C-8086-8D0D-0138-4C796F2D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73A5A-90AB-0979-C25D-911F77765C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Hidden Hustle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C0CEC88-B9C2-0D88-D625-43CA9D849FE3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Všechny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appky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vydělávání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jednom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místě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: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od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vedlejšáků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skryté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poklady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274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C4023-8787-3CF8-4B2B-7A0A95CD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CF7AA-54A2-8F22-7281-D248AC3D2A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 err="1">
                <a:solidFill>
                  <a:srgbClr val="333333"/>
                </a:solidFill>
                <a:latin typeface="Aptos Display" panose="020B0004020202020204" pitchFamily="34" charset="0"/>
              </a:rPr>
              <a:t>MicroPitch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3FCED7B-9C56-E740-EA51-184C53B750CF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Investuj drobáky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do startupů,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sleduj nové projekty a vsaď si </a:t>
            </a:r>
          </a:p>
          <a:p>
            <a:pPr>
              <a:lnSpc>
                <a:spcPct val="115000"/>
              </a:lnSpc>
            </a:pPr>
            <a:r>
              <a:rPr lang="pt-BR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na budoucí úspěchy!</a:t>
            </a:r>
            <a:r>
              <a:rPr lang="pt-BR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249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0AF2-8B48-C251-D789-07F0E9F37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35F5B-8087-E799-7305-DA5D2084E0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238542"/>
            <a:ext cx="6626087" cy="1789042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Turn Numbers Into Fortune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2A4612D-C9A3-36D2-A90A-F98A31D53733}"/>
              </a:ext>
            </a:extLst>
          </p:cNvPr>
          <p:cNvSpPr txBox="1">
            <a:spLocks/>
          </p:cNvSpPr>
          <p:nvPr/>
        </p:nvSpPr>
        <p:spPr>
          <a:xfrm>
            <a:off x="119270" y="2345634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Vyber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s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šťastná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čísla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vyhraj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hodně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pokud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jsou</a:t>
            </a:r>
            <a:r>
              <a:rPr lang="en-GB" sz="6000" dirty="0">
                <a:solidFill>
                  <a:srgbClr val="000000"/>
                </a:solidFill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vylosována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Šance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jak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proměnit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oblíbená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čísla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skutečné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peníze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 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055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8146-A559-ADE4-412F-43FB838A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FD1EB-A9E6-690B-E1AA-53456E6F07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457200"/>
            <a:ext cx="6626087" cy="1371600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Uncover Hidden Rewards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B02E827-3934-7968-A0FA-532E4A335568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Klikni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a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okamžitě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zjisti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zda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jsi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vyhrál</a:t>
            </a:r>
            <a:r>
              <a:rPr lang="cs-CZ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/a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Rychlé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vzrušení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okamžitá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odměna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může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čekat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přímo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pod </a:t>
            </a:r>
            <a:r>
              <a:rPr lang="en-GB" sz="6000" b="0" i="0" u="none" strike="noStrike" dirty="0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povrchem</a:t>
            </a:r>
            <a:r>
              <a:rPr lang="en-GB" sz="6000" b="0" i="0" u="none" strike="noStrike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.</a:t>
            </a:r>
            <a:r>
              <a:rPr lang="en-GB" sz="6000" dirty="0"/>
              <a:t> </a:t>
            </a:r>
            <a:endParaRPr lang="en-GB" sz="6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8972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2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498</Words>
  <Application>Microsoft Office PowerPoint</Application>
  <PresentationFormat>Custom</PresentationFormat>
  <Paragraphs>115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Katarína Javornicka</cp:lastModifiedBy>
  <cp:revision>22</cp:revision>
  <dcterms:created xsi:type="dcterms:W3CDTF">2022-11-09T07:36:23Z</dcterms:created>
  <dcterms:modified xsi:type="dcterms:W3CDTF">2025-04-29T09:16:29Z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2023-03-30T08:51:02Z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ba99dd20-89c3-4317-8990-015ee6965131</vt:lpwstr>
  </property>
  <property fmtid="{D5CDD505-2E9C-101B-9397-08002B2CF9AE}" pid="8" name="MSIP_Label_3741da7a-79c1-417c-b408-16c0bfe99fca_ContentBits">
    <vt:lpwstr>0</vt:lpwstr>
  </property>
</Properties>
</file>